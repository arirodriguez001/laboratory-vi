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027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3318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468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3476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2615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4878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7501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4572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smtClean="0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087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584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744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7C4E7-C8F5-4FA7-B9C0-051E72C65848}" type="datetimeFigureOut">
              <a:rPr kumimoji="1" lang="ja-JP" altLang="en-US" smtClean="0"/>
              <a:t>2015/12/25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3E531-5329-4D9C-AA9C-68DFACD15C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177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55" y="1977288"/>
            <a:ext cx="7213600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テキスト ボックス 4"/>
          <p:cNvSpPr txBox="1"/>
          <p:nvPr/>
        </p:nvSpPr>
        <p:spPr>
          <a:xfrm>
            <a:off x="0" y="130629"/>
            <a:ext cx="9144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000" dirty="0" smtClean="0"/>
              <a:t>PHITS</a:t>
            </a:r>
            <a:r>
              <a:rPr kumimoji="1" lang="ja-JP" altLang="en-US" sz="6000" dirty="0" smtClean="0"/>
              <a:t>講習会 </a:t>
            </a:r>
            <a:r>
              <a:rPr kumimoji="1" lang="en-US" altLang="ja-JP" sz="6000" dirty="0" smtClean="0"/>
              <a:t>in </a:t>
            </a:r>
          </a:p>
          <a:p>
            <a:pPr algn="ctr"/>
            <a:r>
              <a:rPr lang="en-US" altLang="ja-JP" sz="5400" dirty="0" smtClean="0"/>
              <a:t>20xx/xx/xx</a:t>
            </a:r>
            <a:endParaRPr kumimoji="1" lang="ja-JP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10026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0" descr="C:\phits-test\utility\animation\dose4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2" y="431745"/>
            <a:ext cx="7407275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2" y="3317931"/>
            <a:ext cx="7213600" cy="316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993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4</Words>
  <Application>Microsoft Office PowerPoint</Application>
  <PresentationFormat>画面に合わせる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佐藤達彦</dc:creator>
  <cp:lastModifiedBy>佐藤達彦</cp:lastModifiedBy>
  <cp:revision>2</cp:revision>
  <dcterms:created xsi:type="dcterms:W3CDTF">2014-08-29T06:22:12Z</dcterms:created>
  <dcterms:modified xsi:type="dcterms:W3CDTF">2015-12-25T06:02:39Z</dcterms:modified>
</cp:coreProperties>
</file>