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sldIdLst>
    <p:sldId id="361" r:id="rId2"/>
    <p:sldId id="376" r:id="rId3"/>
    <p:sldId id="526" r:id="rId4"/>
    <p:sldId id="259" r:id="rId5"/>
    <p:sldId id="507" r:id="rId6"/>
    <p:sldId id="508" r:id="rId7"/>
    <p:sldId id="509" r:id="rId8"/>
    <p:sldId id="510" r:id="rId9"/>
    <p:sldId id="511" r:id="rId10"/>
    <p:sldId id="512" r:id="rId11"/>
    <p:sldId id="513" r:id="rId12"/>
    <p:sldId id="527" r:id="rId13"/>
    <p:sldId id="514" r:id="rId14"/>
    <p:sldId id="515" r:id="rId15"/>
    <p:sldId id="516" r:id="rId16"/>
    <p:sldId id="528" r:id="rId17"/>
    <p:sldId id="518" r:id="rId18"/>
    <p:sldId id="519" r:id="rId19"/>
    <p:sldId id="520" r:id="rId20"/>
    <p:sldId id="521" r:id="rId21"/>
    <p:sldId id="522" r:id="rId22"/>
    <p:sldId id="529" r:id="rId23"/>
    <p:sldId id="474" r:id="rId24"/>
  </p:sldIdLst>
  <p:sldSz cx="9144000" cy="6858000" type="screen4x3"/>
  <p:notesSz cx="6734175" cy="9867900"/>
  <p:defaultTextStyle>
    <a:defPPr>
      <a:defRPr lang="ja-JP"/>
    </a:defPPr>
    <a:lvl1pPr algn="l" rtl="0" eaLnBrk="0" fontAlgn="base" hangingPunct="0">
      <a:spcBef>
        <a:spcPct val="0"/>
      </a:spcBef>
      <a:spcAft>
        <a:spcPct val="0"/>
      </a:spcAft>
      <a:defRPr kumimoji="1" kern="1200">
        <a:solidFill>
          <a:schemeClr val="tx1"/>
        </a:solidFill>
        <a:latin typeface="Times New Roman" panose="02020603050405020304" pitchFamily="18" charset="0"/>
        <a:ea typeface="ＭＳ Ｐゴシック" panose="020B0600070205080204" pitchFamily="34" charset="-128"/>
        <a:cs typeface="+mn-cs"/>
      </a:defRPr>
    </a:lvl1pPr>
    <a:lvl2pPr marL="457200" algn="l" rtl="0" eaLnBrk="0" fontAlgn="base" hangingPunct="0">
      <a:spcBef>
        <a:spcPct val="0"/>
      </a:spcBef>
      <a:spcAft>
        <a:spcPct val="0"/>
      </a:spcAft>
      <a:defRPr kumimoji="1" kern="1200">
        <a:solidFill>
          <a:schemeClr val="tx1"/>
        </a:solidFill>
        <a:latin typeface="Times New Roman" panose="02020603050405020304" pitchFamily="18" charset="0"/>
        <a:ea typeface="ＭＳ Ｐゴシック" panose="020B0600070205080204" pitchFamily="34" charset="-128"/>
        <a:cs typeface="+mn-cs"/>
      </a:defRPr>
    </a:lvl2pPr>
    <a:lvl3pPr marL="914400" algn="l" rtl="0" eaLnBrk="0" fontAlgn="base" hangingPunct="0">
      <a:spcBef>
        <a:spcPct val="0"/>
      </a:spcBef>
      <a:spcAft>
        <a:spcPct val="0"/>
      </a:spcAft>
      <a:defRPr kumimoji="1" kern="1200">
        <a:solidFill>
          <a:schemeClr val="tx1"/>
        </a:solidFill>
        <a:latin typeface="Times New Roman" panose="02020603050405020304" pitchFamily="18" charset="0"/>
        <a:ea typeface="ＭＳ Ｐゴシック" panose="020B0600070205080204" pitchFamily="34" charset="-128"/>
        <a:cs typeface="+mn-cs"/>
      </a:defRPr>
    </a:lvl3pPr>
    <a:lvl4pPr marL="1371600" algn="l" rtl="0" eaLnBrk="0" fontAlgn="base" hangingPunct="0">
      <a:spcBef>
        <a:spcPct val="0"/>
      </a:spcBef>
      <a:spcAft>
        <a:spcPct val="0"/>
      </a:spcAft>
      <a:defRPr kumimoji="1" kern="1200">
        <a:solidFill>
          <a:schemeClr val="tx1"/>
        </a:solidFill>
        <a:latin typeface="Times New Roman" panose="02020603050405020304" pitchFamily="18" charset="0"/>
        <a:ea typeface="ＭＳ Ｐゴシック" panose="020B0600070205080204" pitchFamily="34" charset="-128"/>
        <a:cs typeface="+mn-cs"/>
      </a:defRPr>
    </a:lvl4pPr>
    <a:lvl5pPr marL="1828800" algn="l" rtl="0" eaLnBrk="0" fontAlgn="base" hangingPunct="0">
      <a:spcBef>
        <a:spcPct val="0"/>
      </a:spcBef>
      <a:spcAft>
        <a:spcPct val="0"/>
      </a:spcAft>
      <a:defRPr kumimoji="1" kern="1200">
        <a:solidFill>
          <a:schemeClr val="tx1"/>
        </a:solidFill>
        <a:latin typeface="Times New Roman" panose="02020603050405020304" pitchFamily="18" charset="0"/>
        <a:ea typeface="ＭＳ Ｐゴシック" panose="020B0600070205080204" pitchFamily="34" charset="-128"/>
        <a:cs typeface="+mn-cs"/>
      </a:defRPr>
    </a:lvl5pPr>
    <a:lvl6pPr marL="2286000" algn="l" defTabSz="914400" rtl="0" eaLnBrk="1" latinLnBrk="0" hangingPunct="1">
      <a:defRPr kumimoji="1" kern="1200">
        <a:solidFill>
          <a:schemeClr val="tx1"/>
        </a:solidFill>
        <a:latin typeface="Times New Roman" panose="02020603050405020304" pitchFamily="18" charset="0"/>
        <a:ea typeface="ＭＳ Ｐゴシック" panose="020B0600070205080204" pitchFamily="34" charset="-128"/>
        <a:cs typeface="+mn-cs"/>
      </a:defRPr>
    </a:lvl6pPr>
    <a:lvl7pPr marL="2743200" algn="l" defTabSz="914400" rtl="0" eaLnBrk="1" latinLnBrk="0" hangingPunct="1">
      <a:defRPr kumimoji="1" kern="1200">
        <a:solidFill>
          <a:schemeClr val="tx1"/>
        </a:solidFill>
        <a:latin typeface="Times New Roman" panose="02020603050405020304" pitchFamily="18" charset="0"/>
        <a:ea typeface="ＭＳ Ｐゴシック" panose="020B0600070205080204" pitchFamily="34" charset="-128"/>
        <a:cs typeface="+mn-cs"/>
      </a:defRPr>
    </a:lvl7pPr>
    <a:lvl8pPr marL="3200400" algn="l" defTabSz="914400" rtl="0" eaLnBrk="1" latinLnBrk="0" hangingPunct="1">
      <a:defRPr kumimoji="1" kern="1200">
        <a:solidFill>
          <a:schemeClr val="tx1"/>
        </a:solidFill>
        <a:latin typeface="Times New Roman" panose="02020603050405020304" pitchFamily="18" charset="0"/>
        <a:ea typeface="ＭＳ Ｐゴシック" panose="020B0600070205080204" pitchFamily="34" charset="-128"/>
        <a:cs typeface="+mn-cs"/>
      </a:defRPr>
    </a:lvl8pPr>
    <a:lvl9pPr marL="3657600" algn="l" defTabSz="914400" rtl="0" eaLnBrk="1" latinLnBrk="0" hangingPunct="1">
      <a:defRPr kumimoji="1" kern="1200">
        <a:solidFill>
          <a:schemeClr val="tx1"/>
        </a:solidFill>
        <a:latin typeface="Times New Roman" panose="02020603050405020304" pitchFamily="18"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77" autoAdjust="0"/>
    <p:restoredTop sz="96370" autoAdjust="0"/>
  </p:normalViewPr>
  <p:slideViewPr>
    <p:cSldViewPr>
      <p:cViewPr varScale="1">
        <p:scale>
          <a:sx n="113" d="100"/>
          <a:sy n="113" d="100"/>
        </p:scale>
        <p:origin x="1500" y="8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16C17ECA-83A7-47A8-877B-F4710D7F66B2}"/>
              </a:ext>
            </a:extLst>
          </p:cNvPr>
          <p:cNvSpPr>
            <a:spLocks noGrp="1"/>
          </p:cNvSpPr>
          <p:nvPr>
            <p:ph type="hdr" sz="quarter"/>
          </p:nvPr>
        </p:nvSpPr>
        <p:spPr>
          <a:xfrm>
            <a:off x="0" y="0"/>
            <a:ext cx="2918143" cy="493395"/>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defRPr>
            </a:lvl1pPr>
          </a:lstStyle>
          <a:p>
            <a:pPr>
              <a:defRPr/>
            </a:pPr>
            <a:endParaRPr lang="ja-JP" altLang="en-US"/>
          </a:p>
        </p:txBody>
      </p:sp>
      <p:sp>
        <p:nvSpPr>
          <p:cNvPr id="3" name="日付プレースホルダー 2">
            <a:extLst>
              <a:ext uri="{FF2B5EF4-FFF2-40B4-BE49-F238E27FC236}">
                <a16:creationId xmlns:a16="http://schemas.microsoft.com/office/drawing/2014/main" id="{1708401A-64E1-44A7-BBBF-37E2FF515189}"/>
              </a:ext>
            </a:extLst>
          </p:cNvPr>
          <p:cNvSpPr>
            <a:spLocks noGrp="1"/>
          </p:cNvSpPr>
          <p:nvPr>
            <p:ph type="dt" idx="1"/>
          </p:nvPr>
        </p:nvSpPr>
        <p:spPr>
          <a:xfrm>
            <a:off x="3814474" y="0"/>
            <a:ext cx="2918143" cy="493395"/>
          </a:xfrm>
          <a:prstGeom prst="rect">
            <a:avLst/>
          </a:prstGeom>
        </p:spPr>
        <p:txBody>
          <a:bodyPr vert="horz" lIns="91440" tIns="45720" rIns="91440" bIns="45720" rtlCol="0"/>
          <a:lstStyle>
            <a:lvl1pPr algn="r" eaLnBrk="1" fontAlgn="auto" hangingPunct="1">
              <a:spcBef>
                <a:spcPts val="0"/>
              </a:spcBef>
              <a:spcAft>
                <a:spcPts val="0"/>
              </a:spcAft>
              <a:defRPr sz="1200">
                <a:latin typeface="+mn-lt"/>
                <a:ea typeface="+mn-ea"/>
              </a:defRPr>
            </a:lvl1pPr>
          </a:lstStyle>
          <a:p>
            <a:pPr>
              <a:defRPr/>
            </a:pPr>
            <a:fld id="{381E00D2-D656-4BC9-B26B-08F121A4D012}" type="datetimeFigureOut">
              <a:rPr lang="ja-JP" altLang="en-US"/>
              <a:pPr>
                <a:defRPr/>
              </a:pPr>
              <a:t>2024/12/2</a:t>
            </a:fld>
            <a:endParaRPr lang="ja-JP" altLang="en-US"/>
          </a:p>
        </p:txBody>
      </p:sp>
      <p:sp>
        <p:nvSpPr>
          <p:cNvPr id="4" name="スライド イメージ プレースホルダー 3">
            <a:extLst>
              <a:ext uri="{FF2B5EF4-FFF2-40B4-BE49-F238E27FC236}">
                <a16:creationId xmlns:a16="http://schemas.microsoft.com/office/drawing/2014/main" id="{D3F2EBCA-D0B2-40D1-A97F-C835204EC0DD}"/>
              </a:ext>
            </a:extLst>
          </p:cNvPr>
          <p:cNvSpPr>
            <a:spLocks noGrp="1" noRot="1" noChangeAspect="1"/>
          </p:cNvSpPr>
          <p:nvPr>
            <p:ph type="sldImg" idx="2"/>
          </p:nvPr>
        </p:nvSpPr>
        <p:spPr>
          <a:xfrm>
            <a:off x="900113" y="739775"/>
            <a:ext cx="4933950" cy="3700463"/>
          </a:xfrm>
          <a:prstGeom prst="rect">
            <a:avLst/>
          </a:prstGeom>
          <a:noFill/>
          <a:ln w="12700">
            <a:solidFill>
              <a:prstClr val="black"/>
            </a:solidFill>
          </a:ln>
        </p:spPr>
        <p:txBody>
          <a:bodyPr vert="horz" lIns="91440" tIns="45720" rIns="91440" bIns="45720" rtlCol="0" anchor="ctr"/>
          <a:lstStyle/>
          <a:p>
            <a:pPr lvl="0"/>
            <a:endParaRPr lang="ja-JP" altLang="en-US" noProof="0"/>
          </a:p>
        </p:txBody>
      </p:sp>
      <p:sp>
        <p:nvSpPr>
          <p:cNvPr id="5" name="ノート プレースホルダー 4">
            <a:extLst>
              <a:ext uri="{FF2B5EF4-FFF2-40B4-BE49-F238E27FC236}">
                <a16:creationId xmlns:a16="http://schemas.microsoft.com/office/drawing/2014/main" id="{AE7BF798-E5EE-4144-A02D-78DECBC1F015}"/>
              </a:ext>
            </a:extLst>
          </p:cNvPr>
          <p:cNvSpPr>
            <a:spLocks noGrp="1"/>
          </p:cNvSpPr>
          <p:nvPr>
            <p:ph type="body" sz="quarter" idx="3"/>
          </p:nvPr>
        </p:nvSpPr>
        <p:spPr>
          <a:xfrm>
            <a:off x="673418" y="4687253"/>
            <a:ext cx="5387340" cy="4440555"/>
          </a:xfrm>
          <a:prstGeom prst="rect">
            <a:avLst/>
          </a:prstGeom>
        </p:spPr>
        <p:txBody>
          <a:bodyPr vert="horz" lIns="91440" tIns="45720" rIns="91440" bIns="45720" rtlCol="0"/>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a:p>
            <a:pPr lvl="4"/>
            <a:r>
              <a:rPr lang="ja-JP" altLang="en-US" noProof="0"/>
              <a:t>第 </a:t>
            </a:r>
            <a:r>
              <a:rPr lang="en-US" altLang="ja-JP" noProof="0"/>
              <a:t>5 </a:t>
            </a:r>
            <a:r>
              <a:rPr lang="ja-JP" altLang="en-US" noProof="0"/>
              <a:t>レベル</a:t>
            </a:r>
          </a:p>
        </p:txBody>
      </p:sp>
      <p:sp>
        <p:nvSpPr>
          <p:cNvPr id="6" name="フッター プレースホルダー 5">
            <a:extLst>
              <a:ext uri="{FF2B5EF4-FFF2-40B4-BE49-F238E27FC236}">
                <a16:creationId xmlns:a16="http://schemas.microsoft.com/office/drawing/2014/main" id="{F4E23586-6272-4A4B-A8AE-13C4824FC802}"/>
              </a:ext>
            </a:extLst>
          </p:cNvPr>
          <p:cNvSpPr>
            <a:spLocks noGrp="1"/>
          </p:cNvSpPr>
          <p:nvPr>
            <p:ph type="ftr" sz="quarter" idx="4"/>
          </p:nvPr>
        </p:nvSpPr>
        <p:spPr>
          <a:xfrm>
            <a:off x="0" y="9372792"/>
            <a:ext cx="2918143" cy="493395"/>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defRPr>
            </a:lvl1pPr>
          </a:lstStyle>
          <a:p>
            <a:pPr>
              <a:defRPr/>
            </a:pPr>
            <a:endParaRPr lang="ja-JP" altLang="en-US"/>
          </a:p>
        </p:txBody>
      </p:sp>
      <p:sp>
        <p:nvSpPr>
          <p:cNvPr id="7" name="スライド番号プレースホルダー 6">
            <a:extLst>
              <a:ext uri="{FF2B5EF4-FFF2-40B4-BE49-F238E27FC236}">
                <a16:creationId xmlns:a16="http://schemas.microsoft.com/office/drawing/2014/main" id="{BCCCD980-0A1F-4C02-A490-BD674259E0A8}"/>
              </a:ext>
            </a:extLst>
          </p:cNvPr>
          <p:cNvSpPr>
            <a:spLocks noGrp="1"/>
          </p:cNvSpPr>
          <p:nvPr>
            <p:ph type="sldNum" sz="quarter" idx="5"/>
          </p:nvPr>
        </p:nvSpPr>
        <p:spPr>
          <a:xfrm>
            <a:off x="3814474" y="9372792"/>
            <a:ext cx="2918143" cy="493395"/>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smtClean="0">
                <a:latin typeface="Calibri" panose="020F0502020204030204" pitchFamily="34" charset="0"/>
                <a:ea typeface="ＭＳ Ｐゴシック" panose="020B0600070205080204" pitchFamily="50" charset="-128"/>
              </a:defRPr>
            </a:lvl1pPr>
          </a:lstStyle>
          <a:p>
            <a:pPr>
              <a:defRPr/>
            </a:pPr>
            <a:fld id="{464499C7-7FB0-4BA1-A9B2-B570D9AE2525}" type="slidenum">
              <a:rPr lang="ja-JP" altLang="en-US"/>
              <a:pPr>
                <a:defRPr/>
              </a:pPr>
              <a:t>‹#›</a:t>
            </a:fld>
            <a:endParaRPr lang="ja-JP" altLang="en-US"/>
          </a:p>
        </p:txBody>
      </p:sp>
    </p:spTree>
    <p:extLst>
      <p:ext uri="{BB962C8B-B14F-4D97-AF65-F5344CB8AC3E}">
        <p14:creationId xmlns:p14="http://schemas.microsoft.com/office/powerpoint/2010/main" val="75427480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mn-lt"/>
        <a:ea typeface="+mn-ea"/>
        <a:cs typeface="+mn-cs"/>
      </a:defRPr>
    </a:lvl1pPr>
    <a:lvl2pPr marL="457200" algn="l" rtl="0" eaLnBrk="0" fontAlgn="base" hangingPunct="0">
      <a:spcBef>
        <a:spcPct val="30000"/>
      </a:spcBef>
      <a:spcAft>
        <a:spcPct val="0"/>
      </a:spcAft>
      <a:defRPr kumimoji="1" sz="1200" kern="1200">
        <a:solidFill>
          <a:schemeClr val="tx1"/>
        </a:solidFill>
        <a:latin typeface="+mn-lt"/>
        <a:ea typeface="+mn-ea"/>
        <a:cs typeface="+mn-cs"/>
      </a:defRPr>
    </a:lvl2pPr>
    <a:lvl3pPr marL="914400" algn="l" rtl="0" eaLnBrk="0" fontAlgn="base" hangingPunct="0">
      <a:spcBef>
        <a:spcPct val="30000"/>
      </a:spcBef>
      <a:spcAft>
        <a:spcPct val="0"/>
      </a:spcAft>
      <a:defRPr kumimoji="1" sz="1200" kern="1200">
        <a:solidFill>
          <a:schemeClr val="tx1"/>
        </a:solidFill>
        <a:latin typeface="+mn-lt"/>
        <a:ea typeface="+mn-ea"/>
        <a:cs typeface="+mn-cs"/>
      </a:defRPr>
    </a:lvl3pPr>
    <a:lvl4pPr marL="1371600" algn="l" rtl="0" eaLnBrk="0" fontAlgn="base" hangingPunct="0">
      <a:spcBef>
        <a:spcPct val="30000"/>
      </a:spcBef>
      <a:spcAft>
        <a:spcPct val="0"/>
      </a:spcAft>
      <a:defRPr kumimoji="1" sz="1200" kern="1200">
        <a:solidFill>
          <a:schemeClr val="tx1"/>
        </a:solidFill>
        <a:latin typeface="+mn-lt"/>
        <a:ea typeface="+mn-ea"/>
        <a:cs typeface="+mn-cs"/>
      </a:defRPr>
    </a:lvl4pPr>
    <a:lvl5pPr marL="1828800" algn="l" rtl="0" eaLnBrk="0" fontAlgn="base" hangingPunct="0">
      <a:spcBef>
        <a:spcPct val="30000"/>
      </a:spcBef>
      <a:spcAft>
        <a:spcPct val="0"/>
      </a:spcAft>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026">
            <a:extLst>
              <a:ext uri="{FF2B5EF4-FFF2-40B4-BE49-F238E27FC236}">
                <a16:creationId xmlns:a16="http://schemas.microsoft.com/office/drawing/2014/main" id="{6F7BEB62-AABC-4940-81EF-C742FC047C75}"/>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3" name="Rectangle 1027">
            <a:extLst>
              <a:ext uri="{FF2B5EF4-FFF2-40B4-BE49-F238E27FC236}">
                <a16:creationId xmlns:a16="http://schemas.microsoft.com/office/drawing/2014/main" id="{74BCBEFF-B423-4BBC-A93D-402D03A6B76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ja-JP"/>
              <a:t>PHITS</a:t>
            </a:r>
            <a:r>
              <a:rPr lang="ja-JP" altLang="en-US"/>
              <a:t>講習会　基礎実習</a:t>
            </a:r>
          </a:p>
        </p:txBody>
      </p:sp>
    </p:spTree>
    <p:extLst>
      <p:ext uri="{BB962C8B-B14F-4D97-AF65-F5344CB8AC3E}">
        <p14:creationId xmlns:p14="http://schemas.microsoft.com/office/powerpoint/2010/main" val="16661082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72790235-B70A-4670-A136-1FE8F0213014}"/>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1" name="Rectangle 3">
            <a:extLst>
              <a:ext uri="{FF2B5EF4-FFF2-40B4-BE49-F238E27FC236}">
                <a16:creationId xmlns:a16="http://schemas.microsoft.com/office/drawing/2014/main" id="{5D7D2D11-6A30-4350-9215-2B00CB1DB2E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ja-JP" altLang="en-US">
              <a:solidFill>
                <a:srgbClr val="0000CC"/>
              </a:solidFill>
            </a:endParaRPr>
          </a:p>
        </p:txBody>
      </p:sp>
    </p:spTree>
    <p:extLst>
      <p:ext uri="{BB962C8B-B14F-4D97-AF65-F5344CB8AC3E}">
        <p14:creationId xmlns:p14="http://schemas.microsoft.com/office/powerpoint/2010/main" val="14258155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a:extLst>
              <a:ext uri="{FF2B5EF4-FFF2-40B4-BE49-F238E27FC236}">
                <a16:creationId xmlns:a16="http://schemas.microsoft.com/office/drawing/2014/main" id="{6F8E640B-30C5-4692-B6A5-2A0EE966F9D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6915" name="Rectangle 3">
            <a:extLst>
              <a:ext uri="{FF2B5EF4-FFF2-40B4-BE49-F238E27FC236}">
                <a16:creationId xmlns:a16="http://schemas.microsoft.com/office/drawing/2014/main" id="{F6C25358-3F23-47E4-B99D-44D9649138C2}"/>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ja-JP" altLang="en-US"/>
          </a:p>
        </p:txBody>
      </p:sp>
    </p:spTree>
    <p:extLst>
      <p:ext uri="{BB962C8B-B14F-4D97-AF65-F5344CB8AC3E}">
        <p14:creationId xmlns:p14="http://schemas.microsoft.com/office/powerpoint/2010/main" val="22199025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E546D5DC-1126-4586-B30C-2C409C58D4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Rectangle 3">
            <a:extLst>
              <a:ext uri="{FF2B5EF4-FFF2-40B4-BE49-F238E27FC236}">
                <a16:creationId xmlns:a16="http://schemas.microsoft.com/office/drawing/2014/main" id="{B8B4A172-B5D1-42B5-B9F2-82046B43FAE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ja-JP" altLang="en-US">
              <a:solidFill>
                <a:srgbClr val="0000CC"/>
              </a:solidFill>
            </a:endParaRPr>
          </a:p>
        </p:txBody>
      </p:sp>
    </p:spTree>
    <p:extLst>
      <p:ext uri="{BB962C8B-B14F-4D97-AF65-F5344CB8AC3E}">
        <p14:creationId xmlns:p14="http://schemas.microsoft.com/office/powerpoint/2010/main" val="12619101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E546D5DC-1126-4586-B30C-2C409C58D4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Rectangle 3">
            <a:extLst>
              <a:ext uri="{FF2B5EF4-FFF2-40B4-BE49-F238E27FC236}">
                <a16:creationId xmlns:a16="http://schemas.microsoft.com/office/drawing/2014/main" id="{B8B4A172-B5D1-42B5-B9F2-82046B43FAE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ja-JP" altLang="en-US">
              <a:solidFill>
                <a:srgbClr val="0000CC"/>
              </a:solidFill>
            </a:endParaRPr>
          </a:p>
        </p:txBody>
      </p:sp>
    </p:spTree>
    <p:extLst>
      <p:ext uri="{BB962C8B-B14F-4D97-AF65-F5344CB8AC3E}">
        <p14:creationId xmlns:p14="http://schemas.microsoft.com/office/powerpoint/2010/main" val="29409071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E546D5DC-1126-4586-B30C-2C409C58D4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Rectangle 3">
            <a:extLst>
              <a:ext uri="{FF2B5EF4-FFF2-40B4-BE49-F238E27FC236}">
                <a16:creationId xmlns:a16="http://schemas.microsoft.com/office/drawing/2014/main" id="{B8B4A172-B5D1-42B5-B9F2-82046B43FAE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ja-JP" altLang="en-US">
              <a:solidFill>
                <a:srgbClr val="0000CC"/>
              </a:solidFill>
            </a:endParaRPr>
          </a:p>
        </p:txBody>
      </p:sp>
    </p:spTree>
    <p:extLst>
      <p:ext uri="{BB962C8B-B14F-4D97-AF65-F5344CB8AC3E}">
        <p14:creationId xmlns:p14="http://schemas.microsoft.com/office/powerpoint/2010/main" val="40441944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E546D5DC-1126-4586-B30C-2C409C58D4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Rectangle 3">
            <a:extLst>
              <a:ext uri="{FF2B5EF4-FFF2-40B4-BE49-F238E27FC236}">
                <a16:creationId xmlns:a16="http://schemas.microsoft.com/office/drawing/2014/main" id="{B8B4A172-B5D1-42B5-B9F2-82046B43FAE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ja-JP" altLang="en-US">
              <a:solidFill>
                <a:srgbClr val="0000CC"/>
              </a:solidFill>
            </a:endParaRPr>
          </a:p>
        </p:txBody>
      </p:sp>
    </p:spTree>
    <p:extLst>
      <p:ext uri="{BB962C8B-B14F-4D97-AF65-F5344CB8AC3E}">
        <p14:creationId xmlns:p14="http://schemas.microsoft.com/office/powerpoint/2010/main" val="36382913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E546D5DC-1126-4586-B30C-2C409C58D4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Rectangle 3">
            <a:extLst>
              <a:ext uri="{FF2B5EF4-FFF2-40B4-BE49-F238E27FC236}">
                <a16:creationId xmlns:a16="http://schemas.microsoft.com/office/drawing/2014/main" id="{B8B4A172-B5D1-42B5-B9F2-82046B43FAE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ja-JP" altLang="en-US">
              <a:solidFill>
                <a:srgbClr val="0000CC"/>
              </a:solidFill>
            </a:endParaRPr>
          </a:p>
        </p:txBody>
      </p:sp>
    </p:spTree>
    <p:extLst>
      <p:ext uri="{BB962C8B-B14F-4D97-AF65-F5344CB8AC3E}">
        <p14:creationId xmlns:p14="http://schemas.microsoft.com/office/powerpoint/2010/main" val="42706532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E546D5DC-1126-4586-B30C-2C409C58D4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Rectangle 3">
            <a:extLst>
              <a:ext uri="{FF2B5EF4-FFF2-40B4-BE49-F238E27FC236}">
                <a16:creationId xmlns:a16="http://schemas.microsoft.com/office/drawing/2014/main" id="{B8B4A172-B5D1-42B5-B9F2-82046B43FAE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ja-JP" altLang="en-US">
              <a:solidFill>
                <a:srgbClr val="0000CC"/>
              </a:solidFill>
            </a:endParaRPr>
          </a:p>
        </p:txBody>
      </p:sp>
    </p:spTree>
    <p:extLst>
      <p:ext uri="{BB962C8B-B14F-4D97-AF65-F5344CB8AC3E}">
        <p14:creationId xmlns:p14="http://schemas.microsoft.com/office/powerpoint/2010/main" val="2265763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E546D5DC-1126-4586-B30C-2C409C58D4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Rectangle 3">
            <a:extLst>
              <a:ext uri="{FF2B5EF4-FFF2-40B4-BE49-F238E27FC236}">
                <a16:creationId xmlns:a16="http://schemas.microsoft.com/office/drawing/2014/main" id="{B8B4A172-B5D1-42B5-B9F2-82046B43FAE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ja-JP" altLang="en-US">
              <a:solidFill>
                <a:srgbClr val="0000CC"/>
              </a:solidFill>
            </a:endParaRPr>
          </a:p>
        </p:txBody>
      </p:sp>
    </p:spTree>
    <p:extLst>
      <p:ext uri="{BB962C8B-B14F-4D97-AF65-F5344CB8AC3E}">
        <p14:creationId xmlns:p14="http://schemas.microsoft.com/office/powerpoint/2010/main" val="36422569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E546D5DC-1126-4586-B30C-2C409C58D4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Rectangle 3">
            <a:extLst>
              <a:ext uri="{FF2B5EF4-FFF2-40B4-BE49-F238E27FC236}">
                <a16:creationId xmlns:a16="http://schemas.microsoft.com/office/drawing/2014/main" id="{B8B4A172-B5D1-42B5-B9F2-82046B43FAE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ja-JP" altLang="en-US">
              <a:solidFill>
                <a:srgbClr val="0000CC"/>
              </a:solidFill>
            </a:endParaRPr>
          </a:p>
        </p:txBody>
      </p:sp>
    </p:spTree>
    <p:extLst>
      <p:ext uri="{BB962C8B-B14F-4D97-AF65-F5344CB8AC3E}">
        <p14:creationId xmlns:p14="http://schemas.microsoft.com/office/powerpoint/2010/main" val="30785392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a:extLst>
              <a:ext uri="{FF2B5EF4-FFF2-40B4-BE49-F238E27FC236}">
                <a16:creationId xmlns:a16="http://schemas.microsoft.com/office/drawing/2014/main" id="{6F8E640B-30C5-4692-B6A5-2A0EE966F9D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6915" name="Rectangle 3">
            <a:extLst>
              <a:ext uri="{FF2B5EF4-FFF2-40B4-BE49-F238E27FC236}">
                <a16:creationId xmlns:a16="http://schemas.microsoft.com/office/drawing/2014/main" id="{F6C25358-3F23-47E4-B99D-44D9649138C2}"/>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ja-JP" altLang="en-US"/>
          </a:p>
        </p:txBody>
      </p:sp>
    </p:spTree>
    <p:extLst>
      <p:ext uri="{BB962C8B-B14F-4D97-AF65-F5344CB8AC3E}">
        <p14:creationId xmlns:p14="http://schemas.microsoft.com/office/powerpoint/2010/main" val="4871622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E546D5DC-1126-4586-B30C-2C409C58D4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Rectangle 3">
            <a:extLst>
              <a:ext uri="{FF2B5EF4-FFF2-40B4-BE49-F238E27FC236}">
                <a16:creationId xmlns:a16="http://schemas.microsoft.com/office/drawing/2014/main" id="{B8B4A172-B5D1-42B5-B9F2-82046B43FAE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ja-JP" altLang="en-US">
              <a:solidFill>
                <a:srgbClr val="0000CC"/>
              </a:solidFill>
            </a:endParaRPr>
          </a:p>
        </p:txBody>
      </p:sp>
    </p:spTree>
    <p:extLst>
      <p:ext uri="{BB962C8B-B14F-4D97-AF65-F5344CB8AC3E}">
        <p14:creationId xmlns:p14="http://schemas.microsoft.com/office/powerpoint/2010/main" val="34056877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E546D5DC-1126-4586-B30C-2C409C58D4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Rectangle 3">
            <a:extLst>
              <a:ext uri="{FF2B5EF4-FFF2-40B4-BE49-F238E27FC236}">
                <a16:creationId xmlns:a16="http://schemas.microsoft.com/office/drawing/2014/main" id="{B8B4A172-B5D1-42B5-B9F2-82046B43FAE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ja-JP" altLang="en-US">
              <a:solidFill>
                <a:srgbClr val="0000CC"/>
              </a:solidFill>
            </a:endParaRPr>
          </a:p>
        </p:txBody>
      </p:sp>
    </p:spTree>
    <p:extLst>
      <p:ext uri="{BB962C8B-B14F-4D97-AF65-F5344CB8AC3E}">
        <p14:creationId xmlns:p14="http://schemas.microsoft.com/office/powerpoint/2010/main" val="33625550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E546D5DC-1126-4586-B30C-2C409C58D4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Rectangle 3">
            <a:extLst>
              <a:ext uri="{FF2B5EF4-FFF2-40B4-BE49-F238E27FC236}">
                <a16:creationId xmlns:a16="http://schemas.microsoft.com/office/drawing/2014/main" id="{B8B4A172-B5D1-42B5-B9F2-82046B43FAE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ja-JP" altLang="en-US">
              <a:solidFill>
                <a:srgbClr val="0000CC"/>
              </a:solidFill>
            </a:endParaRPr>
          </a:p>
        </p:txBody>
      </p:sp>
    </p:spTree>
    <p:extLst>
      <p:ext uri="{BB962C8B-B14F-4D97-AF65-F5344CB8AC3E}">
        <p14:creationId xmlns:p14="http://schemas.microsoft.com/office/powerpoint/2010/main" val="14072154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a:extLst>
              <a:ext uri="{FF2B5EF4-FFF2-40B4-BE49-F238E27FC236}">
                <a16:creationId xmlns:a16="http://schemas.microsoft.com/office/drawing/2014/main" id="{6F8E640B-30C5-4692-B6A5-2A0EE966F9D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6915" name="Rectangle 3">
            <a:extLst>
              <a:ext uri="{FF2B5EF4-FFF2-40B4-BE49-F238E27FC236}">
                <a16:creationId xmlns:a16="http://schemas.microsoft.com/office/drawing/2014/main" id="{F6C25358-3F23-47E4-B99D-44D9649138C2}"/>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ja-JP" altLang="en-US"/>
          </a:p>
        </p:txBody>
      </p:sp>
    </p:spTree>
    <p:extLst>
      <p:ext uri="{BB962C8B-B14F-4D97-AF65-F5344CB8AC3E}">
        <p14:creationId xmlns:p14="http://schemas.microsoft.com/office/powerpoint/2010/main" val="31070866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a:extLst>
              <a:ext uri="{FF2B5EF4-FFF2-40B4-BE49-F238E27FC236}">
                <a16:creationId xmlns:a16="http://schemas.microsoft.com/office/drawing/2014/main" id="{6F8E640B-30C5-4692-B6A5-2A0EE966F9D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6915" name="Rectangle 3">
            <a:extLst>
              <a:ext uri="{FF2B5EF4-FFF2-40B4-BE49-F238E27FC236}">
                <a16:creationId xmlns:a16="http://schemas.microsoft.com/office/drawing/2014/main" id="{F6C25358-3F23-47E4-B99D-44D9649138C2}"/>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ja-JP" altLang="en-US"/>
          </a:p>
        </p:txBody>
      </p:sp>
    </p:spTree>
    <p:extLst>
      <p:ext uri="{BB962C8B-B14F-4D97-AF65-F5344CB8AC3E}">
        <p14:creationId xmlns:p14="http://schemas.microsoft.com/office/powerpoint/2010/main" val="19951104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E546D5DC-1126-4586-B30C-2C409C58D4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Rectangle 3">
            <a:extLst>
              <a:ext uri="{FF2B5EF4-FFF2-40B4-BE49-F238E27FC236}">
                <a16:creationId xmlns:a16="http://schemas.microsoft.com/office/drawing/2014/main" id="{B8B4A172-B5D1-42B5-B9F2-82046B43FAE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ja-JP" altLang="en-US">
              <a:solidFill>
                <a:srgbClr val="0000CC"/>
              </a:solidFill>
            </a:endParaRPr>
          </a:p>
        </p:txBody>
      </p:sp>
    </p:spTree>
    <p:extLst>
      <p:ext uri="{BB962C8B-B14F-4D97-AF65-F5344CB8AC3E}">
        <p14:creationId xmlns:p14="http://schemas.microsoft.com/office/powerpoint/2010/main" val="27754111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E546D5DC-1126-4586-B30C-2C409C58D4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Rectangle 3">
            <a:extLst>
              <a:ext uri="{FF2B5EF4-FFF2-40B4-BE49-F238E27FC236}">
                <a16:creationId xmlns:a16="http://schemas.microsoft.com/office/drawing/2014/main" id="{B8B4A172-B5D1-42B5-B9F2-82046B43FAE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ja-JP" altLang="en-US">
              <a:solidFill>
                <a:srgbClr val="0000CC"/>
              </a:solidFill>
            </a:endParaRPr>
          </a:p>
        </p:txBody>
      </p:sp>
    </p:spTree>
    <p:extLst>
      <p:ext uri="{BB962C8B-B14F-4D97-AF65-F5344CB8AC3E}">
        <p14:creationId xmlns:p14="http://schemas.microsoft.com/office/powerpoint/2010/main" val="28407053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E546D5DC-1126-4586-B30C-2C409C58D4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Rectangle 3">
            <a:extLst>
              <a:ext uri="{FF2B5EF4-FFF2-40B4-BE49-F238E27FC236}">
                <a16:creationId xmlns:a16="http://schemas.microsoft.com/office/drawing/2014/main" id="{B8B4A172-B5D1-42B5-B9F2-82046B43FAE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ja-JP" altLang="en-US">
              <a:solidFill>
                <a:srgbClr val="0000CC"/>
              </a:solidFill>
            </a:endParaRPr>
          </a:p>
        </p:txBody>
      </p:sp>
    </p:spTree>
    <p:extLst>
      <p:ext uri="{BB962C8B-B14F-4D97-AF65-F5344CB8AC3E}">
        <p14:creationId xmlns:p14="http://schemas.microsoft.com/office/powerpoint/2010/main" val="30828268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E546D5DC-1126-4586-B30C-2C409C58D4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Rectangle 3">
            <a:extLst>
              <a:ext uri="{FF2B5EF4-FFF2-40B4-BE49-F238E27FC236}">
                <a16:creationId xmlns:a16="http://schemas.microsoft.com/office/drawing/2014/main" id="{B8B4A172-B5D1-42B5-B9F2-82046B43FAE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ja-JP" altLang="en-US">
              <a:solidFill>
                <a:srgbClr val="0000CC"/>
              </a:solidFill>
            </a:endParaRPr>
          </a:p>
        </p:txBody>
      </p:sp>
    </p:spTree>
    <p:extLst>
      <p:ext uri="{BB962C8B-B14F-4D97-AF65-F5344CB8AC3E}">
        <p14:creationId xmlns:p14="http://schemas.microsoft.com/office/powerpoint/2010/main" val="93862365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a:extLst>
              <a:ext uri="{FF2B5EF4-FFF2-40B4-BE49-F238E27FC236}">
                <a16:creationId xmlns:a16="http://schemas.microsoft.com/office/drawing/2014/main" id="{6F8E640B-30C5-4692-B6A5-2A0EE966F9D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6915" name="Rectangle 3">
            <a:extLst>
              <a:ext uri="{FF2B5EF4-FFF2-40B4-BE49-F238E27FC236}">
                <a16:creationId xmlns:a16="http://schemas.microsoft.com/office/drawing/2014/main" id="{F6C25358-3F23-47E4-B99D-44D9649138C2}"/>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ja-JP" altLang="en-US"/>
          </a:p>
        </p:txBody>
      </p:sp>
    </p:spTree>
    <p:extLst>
      <p:ext uri="{BB962C8B-B14F-4D97-AF65-F5344CB8AC3E}">
        <p14:creationId xmlns:p14="http://schemas.microsoft.com/office/powerpoint/2010/main" val="38768510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a:extLst>
              <a:ext uri="{FF2B5EF4-FFF2-40B4-BE49-F238E27FC236}">
                <a16:creationId xmlns:a16="http://schemas.microsoft.com/office/drawing/2014/main" id="{C8868BDB-E99F-4C32-B70C-C390F24C2D7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8963" name="Rectangle 3">
            <a:extLst>
              <a:ext uri="{FF2B5EF4-FFF2-40B4-BE49-F238E27FC236}">
                <a16:creationId xmlns:a16="http://schemas.microsoft.com/office/drawing/2014/main" id="{29810BB3-3B1E-4AEB-BDC7-14AF0008B5DA}"/>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ja-JP" altLang="en-US"/>
          </a:p>
        </p:txBody>
      </p:sp>
    </p:spTree>
    <p:extLst>
      <p:ext uri="{BB962C8B-B14F-4D97-AF65-F5344CB8AC3E}">
        <p14:creationId xmlns:p14="http://schemas.microsoft.com/office/powerpoint/2010/main" val="7711805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lang="ja-JP" altLang="en-US"/>
              <a:t>マスタ タイトルの書式設定</a:t>
            </a:r>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ja-JP" altLang="en-US"/>
              <a:t>マスタ サブタイトルの書式設定</a:t>
            </a:r>
          </a:p>
        </p:txBody>
      </p:sp>
      <p:sp>
        <p:nvSpPr>
          <p:cNvPr id="4" name="Rectangle 4">
            <a:extLst>
              <a:ext uri="{FF2B5EF4-FFF2-40B4-BE49-F238E27FC236}">
                <a16:creationId xmlns:a16="http://schemas.microsoft.com/office/drawing/2014/main" id="{73A4F5D4-C8B3-43F7-9808-0F53105B3205}"/>
              </a:ext>
            </a:extLst>
          </p:cNvPr>
          <p:cNvSpPr>
            <a:spLocks noGrp="1" noChangeArrowheads="1"/>
          </p:cNvSpPr>
          <p:nvPr>
            <p:ph type="dt" sz="half" idx="10"/>
          </p:nvPr>
        </p:nvSpPr>
        <p:spPr/>
        <p:txBody>
          <a:bodyPr/>
          <a:lstStyle>
            <a:lvl1pPr fontAlgn="auto">
              <a:spcBef>
                <a:spcPts val="0"/>
              </a:spcBef>
              <a:spcAft>
                <a:spcPts val="0"/>
              </a:spcAft>
              <a:defRPr/>
            </a:lvl1pPr>
          </a:lstStyle>
          <a:p>
            <a:pPr>
              <a:defRPr/>
            </a:pPr>
            <a:endParaRPr lang="en-US" altLang="ja-JP"/>
          </a:p>
        </p:txBody>
      </p:sp>
      <p:sp>
        <p:nvSpPr>
          <p:cNvPr id="5" name="Rectangle 5">
            <a:extLst>
              <a:ext uri="{FF2B5EF4-FFF2-40B4-BE49-F238E27FC236}">
                <a16:creationId xmlns:a16="http://schemas.microsoft.com/office/drawing/2014/main" id="{4CE28431-7C32-40D2-A2B8-D74B0682312C}"/>
              </a:ext>
            </a:extLst>
          </p:cNvPr>
          <p:cNvSpPr>
            <a:spLocks noGrp="1" noChangeArrowheads="1"/>
          </p:cNvSpPr>
          <p:nvPr>
            <p:ph type="ftr" sz="quarter" idx="11"/>
          </p:nvPr>
        </p:nvSpPr>
        <p:spPr/>
        <p:txBody>
          <a:bodyPr/>
          <a:lstStyle>
            <a:lvl1pPr fontAlgn="auto">
              <a:spcBef>
                <a:spcPts val="0"/>
              </a:spcBef>
              <a:spcAft>
                <a:spcPts val="0"/>
              </a:spcAft>
              <a:defRPr/>
            </a:lvl1pPr>
          </a:lstStyle>
          <a:p>
            <a:pPr>
              <a:defRPr/>
            </a:pPr>
            <a:endParaRPr lang="en-US" altLang="ja-JP"/>
          </a:p>
        </p:txBody>
      </p:sp>
      <p:sp>
        <p:nvSpPr>
          <p:cNvPr id="6" name="Rectangle 6">
            <a:extLst>
              <a:ext uri="{FF2B5EF4-FFF2-40B4-BE49-F238E27FC236}">
                <a16:creationId xmlns:a16="http://schemas.microsoft.com/office/drawing/2014/main" id="{170675A9-D556-4D99-9B16-9E415BDCDD66}"/>
              </a:ext>
            </a:extLst>
          </p:cNvPr>
          <p:cNvSpPr>
            <a:spLocks noGrp="1" noChangeArrowheads="1"/>
          </p:cNvSpPr>
          <p:nvPr>
            <p:ph type="sldNum" sz="quarter" idx="12"/>
          </p:nvPr>
        </p:nvSpPr>
        <p:spPr/>
        <p:txBody>
          <a:bodyPr/>
          <a:lstStyle>
            <a:lvl1pPr>
              <a:defRPr smtClean="0"/>
            </a:lvl1pPr>
          </a:lstStyle>
          <a:p>
            <a:pPr>
              <a:defRPr/>
            </a:pPr>
            <a:fld id="{3A174021-ECF4-4C88-97D2-3F49DE4C4A3C}" type="slidenum">
              <a:rPr lang="en-US" altLang="ja-JP"/>
              <a:pPr>
                <a:defRPr/>
              </a:pPr>
              <a:t>‹#›</a:t>
            </a:fld>
            <a:endParaRPr lang="en-US" altLang="ja-JP"/>
          </a:p>
        </p:txBody>
      </p:sp>
    </p:spTree>
    <p:extLst>
      <p:ext uri="{BB962C8B-B14F-4D97-AF65-F5344CB8AC3E}">
        <p14:creationId xmlns:p14="http://schemas.microsoft.com/office/powerpoint/2010/main" val="30174212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コンテンツ プレースホルダ 2"/>
          <p:cNvSpPr>
            <a:spLocks noGrp="1"/>
          </p:cNvSpPr>
          <p:nvPr>
            <p:ph idx="1"/>
          </p:nvPr>
        </p:nvSpPr>
        <p:spPr/>
        <p:txBody>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4">
            <a:extLst>
              <a:ext uri="{FF2B5EF4-FFF2-40B4-BE49-F238E27FC236}">
                <a16:creationId xmlns:a16="http://schemas.microsoft.com/office/drawing/2014/main" id="{CEED7305-56A0-4A13-8044-F721790DE899}"/>
              </a:ext>
            </a:extLst>
          </p:cNvPr>
          <p:cNvSpPr>
            <a:spLocks noGrp="1" noChangeArrowheads="1"/>
          </p:cNvSpPr>
          <p:nvPr>
            <p:ph type="dt" sz="half" idx="10"/>
          </p:nvPr>
        </p:nvSpPr>
        <p:spPr/>
        <p:txBody>
          <a:bodyPr/>
          <a:lstStyle>
            <a:lvl1pPr fontAlgn="auto">
              <a:spcBef>
                <a:spcPts val="0"/>
              </a:spcBef>
              <a:spcAft>
                <a:spcPts val="0"/>
              </a:spcAft>
              <a:defRPr/>
            </a:lvl1pPr>
          </a:lstStyle>
          <a:p>
            <a:pPr>
              <a:defRPr/>
            </a:pPr>
            <a:endParaRPr lang="en-US" altLang="ja-JP"/>
          </a:p>
        </p:txBody>
      </p:sp>
      <p:sp>
        <p:nvSpPr>
          <p:cNvPr id="5" name="Rectangle 5">
            <a:extLst>
              <a:ext uri="{FF2B5EF4-FFF2-40B4-BE49-F238E27FC236}">
                <a16:creationId xmlns:a16="http://schemas.microsoft.com/office/drawing/2014/main" id="{7050C885-873C-4B0A-9AD6-6A90E17CF1CC}"/>
              </a:ext>
            </a:extLst>
          </p:cNvPr>
          <p:cNvSpPr>
            <a:spLocks noGrp="1" noChangeArrowheads="1"/>
          </p:cNvSpPr>
          <p:nvPr>
            <p:ph type="ftr" sz="quarter" idx="11"/>
          </p:nvPr>
        </p:nvSpPr>
        <p:spPr/>
        <p:txBody>
          <a:bodyPr/>
          <a:lstStyle>
            <a:lvl1pPr fontAlgn="auto">
              <a:spcBef>
                <a:spcPts val="0"/>
              </a:spcBef>
              <a:spcAft>
                <a:spcPts val="0"/>
              </a:spcAft>
              <a:defRPr/>
            </a:lvl1pPr>
          </a:lstStyle>
          <a:p>
            <a:pPr>
              <a:defRPr/>
            </a:pPr>
            <a:endParaRPr lang="en-US" altLang="ja-JP"/>
          </a:p>
        </p:txBody>
      </p:sp>
      <p:sp>
        <p:nvSpPr>
          <p:cNvPr id="6" name="Rectangle 6">
            <a:extLst>
              <a:ext uri="{FF2B5EF4-FFF2-40B4-BE49-F238E27FC236}">
                <a16:creationId xmlns:a16="http://schemas.microsoft.com/office/drawing/2014/main" id="{C539310F-8FE4-4FD3-BC5C-1714F843701F}"/>
              </a:ext>
            </a:extLst>
          </p:cNvPr>
          <p:cNvSpPr>
            <a:spLocks noGrp="1" noChangeArrowheads="1"/>
          </p:cNvSpPr>
          <p:nvPr>
            <p:ph type="sldNum" sz="quarter" idx="12"/>
          </p:nvPr>
        </p:nvSpPr>
        <p:spPr/>
        <p:txBody>
          <a:bodyPr/>
          <a:lstStyle>
            <a:lvl1pPr>
              <a:defRPr smtClean="0"/>
            </a:lvl1pPr>
          </a:lstStyle>
          <a:p>
            <a:pPr>
              <a:defRPr/>
            </a:pPr>
            <a:fld id="{D4351463-D716-49AA-B602-59B552CC7F48}" type="slidenum">
              <a:rPr lang="en-US" altLang="ja-JP"/>
              <a:pPr>
                <a:defRPr/>
              </a:pPr>
              <a:t>‹#›</a:t>
            </a:fld>
            <a:endParaRPr lang="en-US" altLang="ja-JP"/>
          </a:p>
        </p:txBody>
      </p:sp>
    </p:spTree>
    <p:extLst>
      <p:ext uri="{BB962C8B-B14F-4D97-AF65-F5344CB8AC3E}">
        <p14:creationId xmlns:p14="http://schemas.microsoft.com/office/powerpoint/2010/main" val="32419734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lang="ja-JP" altLang="en-US"/>
              <a:t>マスタ タイトルの書式設定</a:t>
            </a:r>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 テキストの書式設定</a:t>
            </a:r>
          </a:p>
        </p:txBody>
      </p:sp>
      <p:sp>
        <p:nvSpPr>
          <p:cNvPr id="4" name="Rectangle 4">
            <a:extLst>
              <a:ext uri="{FF2B5EF4-FFF2-40B4-BE49-F238E27FC236}">
                <a16:creationId xmlns:a16="http://schemas.microsoft.com/office/drawing/2014/main" id="{3849600B-4A95-4D30-B3DD-26D72B17FB3E}"/>
              </a:ext>
            </a:extLst>
          </p:cNvPr>
          <p:cNvSpPr>
            <a:spLocks noGrp="1" noChangeArrowheads="1"/>
          </p:cNvSpPr>
          <p:nvPr>
            <p:ph type="dt" sz="half" idx="10"/>
          </p:nvPr>
        </p:nvSpPr>
        <p:spPr/>
        <p:txBody>
          <a:bodyPr/>
          <a:lstStyle>
            <a:lvl1pPr fontAlgn="auto">
              <a:spcBef>
                <a:spcPts val="0"/>
              </a:spcBef>
              <a:spcAft>
                <a:spcPts val="0"/>
              </a:spcAft>
              <a:defRPr/>
            </a:lvl1pPr>
          </a:lstStyle>
          <a:p>
            <a:pPr>
              <a:defRPr/>
            </a:pPr>
            <a:endParaRPr lang="en-US" altLang="ja-JP"/>
          </a:p>
        </p:txBody>
      </p:sp>
      <p:sp>
        <p:nvSpPr>
          <p:cNvPr id="5" name="Rectangle 5">
            <a:extLst>
              <a:ext uri="{FF2B5EF4-FFF2-40B4-BE49-F238E27FC236}">
                <a16:creationId xmlns:a16="http://schemas.microsoft.com/office/drawing/2014/main" id="{6FAFB066-FA0B-47C2-B1F5-C091F2E9C4DA}"/>
              </a:ext>
            </a:extLst>
          </p:cNvPr>
          <p:cNvSpPr>
            <a:spLocks noGrp="1" noChangeArrowheads="1"/>
          </p:cNvSpPr>
          <p:nvPr>
            <p:ph type="ftr" sz="quarter" idx="11"/>
          </p:nvPr>
        </p:nvSpPr>
        <p:spPr/>
        <p:txBody>
          <a:bodyPr/>
          <a:lstStyle>
            <a:lvl1pPr fontAlgn="auto">
              <a:spcBef>
                <a:spcPts val="0"/>
              </a:spcBef>
              <a:spcAft>
                <a:spcPts val="0"/>
              </a:spcAft>
              <a:defRPr/>
            </a:lvl1pPr>
          </a:lstStyle>
          <a:p>
            <a:pPr>
              <a:defRPr/>
            </a:pPr>
            <a:endParaRPr lang="en-US" altLang="ja-JP"/>
          </a:p>
        </p:txBody>
      </p:sp>
      <p:sp>
        <p:nvSpPr>
          <p:cNvPr id="6" name="Rectangle 6">
            <a:extLst>
              <a:ext uri="{FF2B5EF4-FFF2-40B4-BE49-F238E27FC236}">
                <a16:creationId xmlns:a16="http://schemas.microsoft.com/office/drawing/2014/main" id="{F4183A73-A87A-4E5A-8A80-4C9882B76747}"/>
              </a:ext>
            </a:extLst>
          </p:cNvPr>
          <p:cNvSpPr>
            <a:spLocks noGrp="1" noChangeArrowheads="1"/>
          </p:cNvSpPr>
          <p:nvPr>
            <p:ph type="sldNum" sz="quarter" idx="12"/>
          </p:nvPr>
        </p:nvSpPr>
        <p:spPr/>
        <p:txBody>
          <a:bodyPr/>
          <a:lstStyle>
            <a:lvl1pPr>
              <a:defRPr smtClean="0"/>
            </a:lvl1pPr>
          </a:lstStyle>
          <a:p>
            <a:pPr>
              <a:defRPr/>
            </a:pPr>
            <a:fld id="{7D45746B-FF26-4262-A166-104692FC54E0}" type="slidenum">
              <a:rPr lang="en-US" altLang="ja-JP"/>
              <a:pPr>
                <a:defRPr/>
              </a:pPr>
              <a:t>‹#›</a:t>
            </a:fld>
            <a:endParaRPr lang="en-US" altLang="ja-JP"/>
          </a:p>
        </p:txBody>
      </p:sp>
    </p:spTree>
    <p:extLst>
      <p:ext uri="{BB962C8B-B14F-4D97-AF65-F5344CB8AC3E}">
        <p14:creationId xmlns:p14="http://schemas.microsoft.com/office/powerpoint/2010/main" val="37499386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コンテンツ プレースホルダ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Date Placeholder 4">
            <a:extLst>
              <a:ext uri="{FF2B5EF4-FFF2-40B4-BE49-F238E27FC236}">
                <a16:creationId xmlns:a16="http://schemas.microsoft.com/office/drawing/2014/main" id="{6330B845-7CD4-4C46-9625-15558D7151C3}"/>
              </a:ext>
            </a:extLst>
          </p:cNvPr>
          <p:cNvSpPr>
            <a:spLocks noGrp="1" noChangeArrowheads="1"/>
          </p:cNvSpPr>
          <p:nvPr>
            <p:ph type="dt" sz="half" idx="10"/>
          </p:nvPr>
        </p:nvSpPr>
        <p:spPr/>
        <p:txBody>
          <a:bodyPr/>
          <a:lstStyle>
            <a:lvl1pPr fontAlgn="auto">
              <a:spcBef>
                <a:spcPts val="0"/>
              </a:spcBef>
              <a:spcAft>
                <a:spcPts val="0"/>
              </a:spcAft>
              <a:defRPr/>
            </a:lvl1pPr>
          </a:lstStyle>
          <a:p>
            <a:pPr>
              <a:defRPr/>
            </a:pPr>
            <a:endParaRPr lang="en-US" altLang="ja-JP"/>
          </a:p>
        </p:txBody>
      </p:sp>
      <p:sp>
        <p:nvSpPr>
          <p:cNvPr id="6" name="Footer Placeholder 5">
            <a:extLst>
              <a:ext uri="{FF2B5EF4-FFF2-40B4-BE49-F238E27FC236}">
                <a16:creationId xmlns:a16="http://schemas.microsoft.com/office/drawing/2014/main" id="{EAAED189-7730-463B-A81B-47138626A8BB}"/>
              </a:ext>
            </a:extLst>
          </p:cNvPr>
          <p:cNvSpPr>
            <a:spLocks noGrp="1" noChangeArrowheads="1"/>
          </p:cNvSpPr>
          <p:nvPr>
            <p:ph type="ftr" sz="quarter" idx="11"/>
          </p:nvPr>
        </p:nvSpPr>
        <p:spPr/>
        <p:txBody>
          <a:bodyPr/>
          <a:lstStyle>
            <a:lvl1pPr fontAlgn="auto">
              <a:spcBef>
                <a:spcPts val="0"/>
              </a:spcBef>
              <a:spcAft>
                <a:spcPts val="0"/>
              </a:spcAft>
              <a:defRPr/>
            </a:lvl1pPr>
          </a:lstStyle>
          <a:p>
            <a:pPr>
              <a:defRPr/>
            </a:pPr>
            <a:endParaRPr lang="en-US" altLang="ja-JP"/>
          </a:p>
        </p:txBody>
      </p:sp>
      <p:sp>
        <p:nvSpPr>
          <p:cNvPr id="7" name="Slide Number Placeholder 6">
            <a:extLst>
              <a:ext uri="{FF2B5EF4-FFF2-40B4-BE49-F238E27FC236}">
                <a16:creationId xmlns:a16="http://schemas.microsoft.com/office/drawing/2014/main" id="{8F2C2B46-B77B-466E-8E1A-8DF00E8EBA82}"/>
              </a:ext>
            </a:extLst>
          </p:cNvPr>
          <p:cNvSpPr>
            <a:spLocks noGrp="1" noChangeArrowheads="1"/>
          </p:cNvSpPr>
          <p:nvPr>
            <p:ph type="sldNum" sz="quarter" idx="12"/>
          </p:nvPr>
        </p:nvSpPr>
        <p:spPr/>
        <p:txBody>
          <a:bodyPr/>
          <a:lstStyle>
            <a:lvl1pPr>
              <a:defRPr smtClean="0"/>
            </a:lvl1pPr>
          </a:lstStyle>
          <a:p>
            <a:pPr>
              <a:defRPr/>
            </a:pPr>
            <a:fld id="{0BE7B76D-57BC-473D-B34B-EF74D8DB595E}" type="slidenum">
              <a:rPr lang="en-US" altLang="ja-JP"/>
              <a:pPr>
                <a:defRPr/>
              </a:pPr>
              <a:t>‹#›</a:t>
            </a:fld>
            <a:endParaRPr lang="en-US" altLang="ja-JP"/>
          </a:p>
        </p:txBody>
      </p:sp>
    </p:spTree>
    <p:extLst>
      <p:ext uri="{BB962C8B-B14F-4D97-AF65-F5344CB8AC3E}">
        <p14:creationId xmlns:p14="http://schemas.microsoft.com/office/powerpoint/2010/main" val="21784858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1143000"/>
          </a:xfrm>
        </p:spPr>
        <p:txBody>
          <a:bodyPr/>
          <a:lstStyle>
            <a:lvl1pPr>
              <a:defRPr/>
            </a:lvl1pPr>
          </a:lstStyle>
          <a:p>
            <a:r>
              <a:rPr lang="ja-JP" altLang="en-US"/>
              <a:t>マスタ タイトルの書式設定</a:t>
            </a:r>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4">
            <a:extLst>
              <a:ext uri="{FF2B5EF4-FFF2-40B4-BE49-F238E27FC236}">
                <a16:creationId xmlns:a16="http://schemas.microsoft.com/office/drawing/2014/main" id="{84F28F1E-11C9-494B-8E6F-1D89EE882EA6}"/>
              </a:ext>
            </a:extLst>
          </p:cNvPr>
          <p:cNvSpPr>
            <a:spLocks noGrp="1" noChangeArrowheads="1"/>
          </p:cNvSpPr>
          <p:nvPr>
            <p:ph type="dt" sz="half" idx="10"/>
          </p:nvPr>
        </p:nvSpPr>
        <p:spPr/>
        <p:txBody>
          <a:bodyPr/>
          <a:lstStyle>
            <a:lvl1pPr fontAlgn="auto">
              <a:spcBef>
                <a:spcPts val="0"/>
              </a:spcBef>
              <a:spcAft>
                <a:spcPts val="0"/>
              </a:spcAft>
              <a:defRPr/>
            </a:lvl1pPr>
          </a:lstStyle>
          <a:p>
            <a:pPr>
              <a:defRPr/>
            </a:pPr>
            <a:endParaRPr lang="en-US" altLang="ja-JP"/>
          </a:p>
        </p:txBody>
      </p:sp>
      <p:sp>
        <p:nvSpPr>
          <p:cNvPr id="8" name="Rectangle 5">
            <a:extLst>
              <a:ext uri="{FF2B5EF4-FFF2-40B4-BE49-F238E27FC236}">
                <a16:creationId xmlns:a16="http://schemas.microsoft.com/office/drawing/2014/main" id="{3695CB58-EF27-4970-A15E-3B781A7032C9}"/>
              </a:ext>
            </a:extLst>
          </p:cNvPr>
          <p:cNvSpPr>
            <a:spLocks noGrp="1" noChangeArrowheads="1"/>
          </p:cNvSpPr>
          <p:nvPr>
            <p:ph type="ftr" sz="quarter" idx="11"/>
          </p:nvPr>
        </p:nvSpPr>
        <p:spPr/>
        <p:txBody>
          <a:bodyPr/>
          <a:lstStyle>
            <a:lvl1pPr fontAlgn="auto">
              <a:spcBef>
                <a:spcPts val="0"/>
              </a:spcBef>
              <a:spcAft>
                <a:spcPts val="0"/>
              </a:spcAft>
              <a:defRPr/>
            </a:lvl1pPr>
          </a:lstStyle>
          <a:p>
            <a:pPr>
              <a:defRPr/>
            </a:pPr>
            <a:endParaRPr lang="en-US" altLang="ja-JP"/>
          </a:p>
        </p:txBody>
      </p:sp>
      <p:sp>
        <p:nvSpPr>
          <p:cNvPr id="9" name="Rectangle 6">
            <a:extLst>
              <a:ext uri="{FF2B5EF4-FFF2-40B4-BE49-F238E27FC236}">
                <a16:creationId xmlns:a16="http://schemas.microsoft.com/office/drawing/2014/main" id="{39B07C6B-EF1B-484E-AE89-8519E0423050}"/>
              </a:ext>
            </a:extLst>
          </p:cNvPr>
          <p:cNvSpPr>
            <a:spLocks noGrp="1" noChangeArrowheads="1"/>
          </p:cNvSpPr>
          <p:nvPr>
            <p:ph type="sldNum" sz="quarter" idx="12"/>
          </p:nvPr>
        </p:nvSpPr>
        <p:spPr/>
        <p:txBody>
          <a:bodyPr/>
          <a:lstStyle>
            <a:lvl1pPr>
              <a:defRPr smtClean="0"/>
            </a:lvl1pPr>
          </a:lstStyle>
          <a:p>
            <a:pPr>
              <a:defRPr/>
            </a:pPr>
            <a:fld id="{16D6AE1D-9073-410C-9757-F59C2810D4B8}" type="slidenum">
              <a:rPr lang="en-US" altLang="ja-JP"/>
              <a:pPr>
                <a:defRPr/>
              </a:pPr>
              <a:t>‹#›</a:t>
            </a:fld>
            <a:endParaRPr lang="en-US" altLang="ja-JP"/>
          </a:p>
        </p:txBody>
      </p:sp>
    </p:spTree>
    <p:extLst>
      <p:ext uri="{BB962C8B-B14F-4D97-AF65-F5344CB8AC3E}">
        <p14:creationId xmlns:p14="http://schemas.microsoft.com/office/powerpoint/2010/main" val="38183869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Rectangle 4">
            <a:extLst>
              <a:ext uri="{FF2B5EF4-FFF2-40B4-BE49-F238E27FC236}">
                <a16:creationId xmlns:a16="http://schemas.microsoft.com/office/drawing/2014/main" id="{B1DF0630-D52E-45AE-BA21-FF796E1382B7}"/>
              </a:ext>
            </a:extLst>
          </p:cNvPr>
          <p:cNvSpPr>
            <a:spLocks noGrp="1" noChangeArrowheads="1"/>
          </p:cNvSpPr>
          <p:nvPr>
            <p:ph type="dt" sz="half" idx="10"/>
          </p:nvPr>
        </p:nvSpPr>
        <p:spPr/>
        <p:txBody>
          <a:bodyPr/>
          <a:lstStyle>
            <a:lvl1pPr fontAlgn="auto">
              <a:spcBef>
                <a:spcPts val="0"/>
              </a:spcBef>
              <a:spcAft>
                <a:spcPts val="0"/>
              </a:spcAft>
              <a:defRPr/>
            </a:lvl1pPr>
          </a:lstStyle>
          <a:p>
            <a:pPr>
              <a:defRPr/>
            </a:pPr>
            <a:endParaRPr lang="en-US" altLang="ja-JP"/>
          </a:p>
        </p:txBody>
      </p:sp>
      <p:sp>
        <p:nvSpPr>
          <p:cNvPr id="4" name="Rectangle 5">
            <a:extLst>
              <a:ext uri="{FF2B5EF4-FFF2-40B4-BE49-F238E27FC236}">
                <a16:creationId xmlns:a16="http://schemas.microsoft.com/office/drawing/2014/main" id="{1DD5EC90-8038-4F3B-B9CC-CF66D051094F}"/>
              </a:ext>
            </a:extLst>
          </p:cNvPr>
          <p:cNvSpPr>
            <a:spLocks noGrp="1" noChangeArrowheads="1"/>
          </p:cNvSpPr>
          <p:nvPr>
            <p:ph type="ftr" sz="quarter" idx="11"/>
          </p:nvPr>
        </p:nvSpPr>
        <p:spPr/>
        <p:txBody>
          <a:bodyPr/>
          <a:lstStyle>
            <a:lvl1pPr fontAlgn="auto">
              <a:spcBef>
                <a:spcPts val="0"/>
              </a:spcBef>
              <a:spcAft>
                <a:spcPts val="0"/>
              </a:spcAft>
              <a:defRPr/>
            </a:lvl1pPr>
          </a:lstStyle>
          <a:p>
            <a:pPr>
              <a:defRPr/>
            </a:pPr>
            <a:endParaRPr lang="en-US" altLang="ja-JP"/>
          </a:p>
        </p:txBody>
      </p:sp>
      <p:sp>
        <p:nvSpPr>
          <p:cNvPr id="5" name="Rectangle 6">
            <a:extLst>
              <a:ext uri="{FF2B5EF4-FFF2-40B4-BE49-F238E27FC236}">
                <a16:creationId xmlns:a16="http://schemas.microsoft.com/office/drawing/2014/main" id="{77B76891-B93D-49A9-A325-AE8C59306E09}"/>
              </a:ext>
            </a:extLst>
          </p:cNvPr>
          <p:cNvSpPr>
            <a:spLocks noGrp="1" noChangeArrowheads="1"/>
          </p:cNvSpPr>
          <p:nvPr>
            <p:ph type="sldNum" sz="quarter" idx="12"/>
          </p:nvPr>
        </p:nvSpPr>
        <p:spPr/>
        <p:txBody>
          <a:bodyPr/>
          <a:lstStyle>
            <a:lvl1pPr>
              <a:defRPr smtClean="0"/>
            </a:lvl1pPr>
          </a:lstStyle>
          <a:p>
            <a:pPr>
              <a:defRPr/>
            </a:pPr>
            <a:fld id="{25EE32AB-51F6-4D0C-81CE-5AD86C607210}" type="slidenum">
              <a:rPr lang="en-US" altLang="ja-JP"/>
              <a:pPr>
                <a:defRPr/>
              </a:pPr>
              <a:t>‹#›</a:t>
            </a:fld>
            <a:endParaRPr lang="en-US" altLang="ja-JP"/>
          </a:p>
        </p:txBody>
      </p:sp>
    </p:spTree>
    <p:extLst>
      <p:ext uri="{BB962C8B-B14F-4D97-AF65-F5344CB8AC3E}">
        <p14:creationId xmlns:p14="http://schemas.microsoft.com/office/powerpoint/2010/main" val="12002975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612F0FC9-E8D5-475A-9B30-7D6DF6013AA9}"/>
              </a:ext>
            </a:extLst>
          </p:cNvPr>
          <p:cNvSpPr>
            <a:spLocks noGrp="1" noChangeArrowheads="1"/>
          </p:cNvSpPr>
          <p:nvPr>
            <p:ph type="dt" sz="half" idx="10"/>
          </p:nvPr>
        </p:nvSpPr>
        <p:spPr/>
        <p:txBody>
          <a:bodyPr/>
          <a:lstStyle>
            <a:lvl1pPr fontAlgn="auto">
              <a:spcBef>
                <a:spcPts val="0"/>
              </a:spcBef>
              <a:spcAft>
                <a:spcPts val="0"/>
              </a:spcAft>
              <a:defRPr/>
            </a:lvl1pPr>
          </a:lstStyle>
          <a:p>
            <a:pPr>
              <a:defRPr/>
            </a:pPr>
            <a:endParaRPr lang="en-US" altLang="ja-JP"/>
          </a:p>
        </p:txBody>
      </p:sp>
      <p:sp>
        <p:nvSpPr>
          <p:cNvPr id="3" name="Rectangle 5">
            <a:extLst>
              <a:ext uri="{FF2B5EF4-FFF2-40B4-BE49-F238E27FC236}">
                <a16:creationId xmlns:a16="http://schemas.microsoft.com/office/drawing/2014/main" id="{ED07A493-9D67-498B-810D-56557FC9C4F4}"/>
              </a:ext>
            </a:extLst>
          </p:cNvPr>
          <p:cNvSpPr>
            <a:spLocks noGrp="1" noChangeArrowheads="1"/>
          </p:cNvSpPr>
          <p:nvPr>
            <p:ph type="ftr" sz="quarter" idx="11"/>
          </p:nvPr>
        </p:nvSpPr>
        <p:spPr/>
        <p:txBody>
          <a:bodyPr/>
          <a:lstStyle>
            <a:lvl1pPr fontAlgn="auto">
              <a:spcBef>
                <a:spcPts val="0"/>
              </a:spcBef>
              <a:spcAft>
                <a:spcPts val="0"/>
              </a:spcAft>
              <a:defRPr/>
            </a:lvl1pPr>
          </a:lstStyle>
          <a:p>
            <a:pPr>
              <a:defRPr/>
            </a:pPr>
            <a:endParaRPr lang="en-US" altLang="ja-JP"/>
          </a:p>
        </p:txBody>
      </p:sp>
      <p:sp>
        <p:nvSpPr>
          <p:cNvPr id="4" name="Rectangle 6">
            <a:extLst>
              <a:ext uri="{FF2B5EF4-FFF2-40B4-BE49-F238E27FC236}">
                <a16:creationId xmlns:a16="http://schemas.microsoft.com/office/drawing/2014/main" id="{036F09AA-2F95-470A-BF89-E8CFB6EE9763}"/>
              </a:ext>
            </a:extLst>
          </p:cNvPr>
          <p:cNvSpPr>
            <a:spLocks noGrp="1" noChangeArrowheads="1"/>
          </p:cNvSpPr>
          <p:nvPr>
            <p:ph type="sldNum" sz="quarter" idx="12"/>
          </p:nvPr>
        </p:nvSpPr>
        <p:spPr/>
        <p:txBody>
          <a:bodyPr/>
          <a:lstStyle>
            <a:lvl1pPr>
              <a:defRPr smtClean="0"/>
            </a:lvl1pPr>
          </a:lstStyle>
          <a:p>
            <a:pPr>
              <a:defRPr/>
            </a:pPr>
            <a:fld id="{20BB5DBA-9725-46CA-BBB6-E10AD4930BF3}" type="slidenum">
              <a:rPr lang="en-US" altLang="ja-JP"/>
              <a:pPr>
                <a:defRPr/>
              </a:pPr>
              <a:t>‹#›</a:t>
            </a:fld>
            <a:endParaRPr lang="en-US" altLang="ja-JP"/>
          </a:p>
        </p:txBody>
      </p:sp>
    </p:spTree>
    <p:extLst>
      <p:ext uri="{BB962C8B-B14F-4D97-AF65-F5344CB8AC3E}">
        <p14:creationId xmlns:p14="http://schemas.microsoft.com/office/powerpoint/2010/main" val="20259144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lang="ja-JP" altLang="en-US"/>
              <a:t>マスタ タイトルの書式設定</a:t>
            </a:r>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 テキストの書式設定</a:t>
            </a:r>
          </a:p>
        </p:txBody>
      </p:sp>
      <p:sp>
        <p:nvSpPr>
          <p:cNvPr id="5" name="Date Placeholder 4">
            <a:extLst>
              <a:ext uri="{FF2B5EF4-FFF2-40B4-BE49-F238E27FC236}">
                <a16:creationId xmlns:a16="http://schemas.microsoft.com/office/drawing/2014/main" id="{7EBC5BE7-C5D6-424E-B390-132503EF0DDA}"/>
              </a:ext>
            </a:extLst>
          </p:cNvPr>
          <p:cNvSpPr>
            <a:spLocks noGrp="1" noChangeArrowheads="1"/>
          </p:cNvSpPr>
          <p:nvPr>
            <p:ph type="dt" sz="half" idx="10"/>
          </p:nvPr>
        </p:nvSpPr>
        <p:spPr/>
        <p:txBody>
          <a:bodyPr/>
          <a:lstStyle>
            <a:lvl1pPr fontAlgn="auto">
              <a:spcBef>
                <a:spcPts val="0"/>
              </a:spcBef>
              <a:spcAft>
                <a:spcPts val="0"/>
              </a:spcAft>
              <a:defRPr/>
            </a:lvl1pPr>
          </a:lstStyle>
          <a:p>
            <a:pPr>
              <a:defRPr/>
            </a:pPr>
            <a:endParaRPr lang="en-US" altLang="ja-JP"/>
          </a:p>
        </p:txBody>
      </p:sp>
      <p:sp>
        <p:nvSpPr>
          <p:cNvPr id="6" name="Footer Placeholder 5">
            <a:extLst>
              <a:ext uri="{FF2B5EF4-FFF2-40B4-BE49-F238E27FC236}">
                <a16:creationId xmlns:a16="http://schemas.microsoft.com/office/drawing/2014/main" id="{CA8012E2-0097-444D-B6D9-D78848BA1E36}"/>
              </a:ext>
            </a:extLst>
          </p:cNvPr>
          <p:cNvSpPr>
            <a:spLocks noGrp="1" noChangeArrowheads="1"/>
          </p:cNvSpPr>
          <p:nvPr>
            <p:ph type="ftr" sz="quarter" idx="11"/>
          </p:nvPr>
        </p:nvSpPr>
        <p:spPr/>
        <p:txBody>
          <a:bodyPr/>
          <a:lstStyle>
            <a:lvl1pPr fontAlgn="auto">
              <a:spcBef>
                <a:spcPts val="0"/>
              </a:spcBef>
              <a:spcAft>
                <a:spcPts val="0"/>
              </a:spcAft>
              <a:defRPr/>
            </a:lvl1pPr>
          </a:lstStyle>
          <a:p>
            <a:pPr>
              <a:defRPr/>
            </a:pPr>
            <a:endParaRPr lang="en-US" altLang="ja-JP"/>
          </a:p>
        </p:txBody>
      </p:sp>
      <p:sp>
        <p:nvSpPr>
          <p:cNvPr id="7" name="Slide Number Placeholder 6">
            <a:extLst>
              <a:ext uri="{FF2B5EF4-FFF2-40B4-BE49-F238E27FC236}">
                <a16:creationId xmlns:a16="http://schemas.microsoft.com/office/drawing/2014/main" id="{AA08E313-2385-4BEA-B694-66B7757B20EE}"/>
              </a:ext>
            </a:extLst>
          </p:cNvPr>
          <p:cNvSpPr>
            <a:spLocks noGrp="1" noChangeArrowheads="1"/>
          </p:cNvSpPr>
          <p:nvPr>
            <p:ph type="sldNum" sz="quarter" idx="12"/>
          </p:nvPr>
        </p:nvSpPr>
        <p:spPr/>
        <p:txBody>
          <a:bodyPr/>
          <a:lstStyle>
            <a:lvl1pPr>
              <a:defRPr smtClean="0"/>
            </a:lvl1pPr>
          </a:lstStyle>
          <a:p>
            <a:pPr>
              <a:defRPr/>
            </a:pPr>
            <a:fld id="{21ABBC0F-DC49-4139-A51B-06E39DD50C98}" type="slidenum">
              <a:rPr lang="en-US" altLang="ja-JP"/>
              <a:pPr>
                <a:defRPr/>
              </a:pPr>
              <a:t>‹#›</a:t>
            </a:fld>
            <a:endParaRPr lang="en-US" altLang="ja-JP"/>
          </a:p>
        </p:txBody>
      </p:sp>
    </p:spTree>
    <p:extLst>
      <p:ext uri="{BB962C8B-B14F-4D97-AF65-F5344CB8AC3E}">
        <p14:creationId xmlns:p14="http://schemas.microsoft.com/office/powerpoint/2010/main" val="18457160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lang="ja-JP" altLang="en-US"/>
              <a:t>マスタ タイトルの書式設定</a:t>
            </a:r>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ja-JP" altLang="en-US" noProof="0"/>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 テキストの書式設定</a:t>
            </a:r>
          </a:p>
        </p:txBody>
      </p:sp>
      <p:sp>
        <p:nvSpPr>
          <p:cNvPr id="5" name="Date Placeholder 4">
            <a:extLst>
              <a:ext uri="{FF2B5EF4-FFF2-40B4-BE49-F238E27FC236}">
                <a16:creationId xmlns:a16="http://schemas.microsoft.com/office/drawing/2014/main" id="{9A241188-BF8C-44BA-814F-3B6E1F01C2D0}"/>
              </a:ext>
            </a:extLst>
          </p:cNvPr>
          <p:cNvSpPr>
            <a:spLocks noGrp="1" noChangeArrowheads="1"/>
          </p:cNvSpPr>
          <p:nvPr>
            <p:ph type="dt" sz="half" idx="10"/>
          </p:nvPr>
        </p:nvSpPr>
        <p:spPr/>
        <p:txBody>
          <a:bodyPr/>
          <a:lstStyle>
            <a:lvl1pPr fontAlgn="auto">
              <a:spcBef>
                <a:spcPts val="0"/>
              </a:spcBef>
              <a:spcAft>
                <a:spcPts val="0"/>
              </a:spcAft>
              <a:defRPr/>
            </a:lvl1pPr>
          </a:lstStyle>
          <a:p>
            <a:pPr>
              <a:defRPr/>
            </a:pPr>
            <a:endParaRPr lang="en-US" altLang="ja-JP"/>
          </a:p>
        </p:txBody>
      </p:sp>
      <p:sp>
        <p:nvSpPr>
          <p:cNvPr id="6" name="Footer Placeholder 5">
            <a:extLst>
              <a:ext uri="{FF2B5EF4-FFF2-40B4-BE49-F238E27FC236}">
                <a16:creationId xmlns:a16="http://schemas.microsoft.com/office/drawing/2014/main" id="{9A3F626D-5942-4146-ABA9-E1B798633544}"/>
              </a:ext>
            </a:extLst>
          </p:cNvPr>
          <p:cNvSpPr>
            <a:spLocks noGrp="1" noChangeArrowheads="1"/>
          </p:cNvSpPr>
          <p:nvPr>
            <p:ph type="ftr" sz="quarter" idx="11"/>
          </p:nvPr>
        </p:nvSpPr>
        <p:spPr/>
        <p:txBody>
          <a:bodyPr/>
          <a:lstStyle>
            <a:lvl1pPr fontAlgn="auto">
              <a:spcBef>
                <a:spcPts val="0"/>
              </a:spcBef>
              <a:spcAft>
                <a:spcPts val="0"/>
              </a:spcAft>
              <a:defRPr/>
            </a:lvl1pPr>
          </a:lstStyle>
          <a:p>
            <a:pPr>
              <a:defRPr/>
            </a:pPr>
            <a:endParaRPr lang="en-US" altLang="ja-JP"/>
          </a:p>
        </p:txBody>
      </p:sp>
      <p:sp>
        <p:nvSpPr>
          <p:cNvPr id="7" name="Slide Number Placeholder 6">
            <a:extLst>
              <a:ext uri="{FF2B5EF4-FFF2-40B4-BE49-F238E27FC236}">
                <a16:creationId xmlns:a16="http://schemas.microsoft.com/office/drawing/2014/main" id="{0030D60B-BAB5-4D75-B3B1-17F4BEA0ABD1}"/>
              </a:ext>
            </a:extLst>
          </p:cNvPr>
          <p:cNvSpPr>
            <a:spLocks noGrp="1" noChangeArrowheads="1"/>
          </p:cNvSpPr>
          <p:nvPr>
            <p:ph type="sldNum" sz="quarter" idx="12"/>
          </p:nvPr>
        </p:nvSpPr>
        <p:spPr/>
        <p:txBody>
          <a:bodyPr/>
          <a:lstStyle>
            <a:lvl1pPr>
              <a:defRPr smtClean="0"/>
            </a:lvl1pPr>
          </a:lstStyle>
          <a:p>
            <a:pPr>
              <a:defRPr/>
            </a:pPr>
            <a:fld id="{3C0F5EFC-B216-462B-BB0D-2DA138914480}" type="slidenum">
              <a:rPr lang="en-US" altLang="ja-JP"/>
              <a:pPr>
                <a:defRPr/>
              </a:pPr>
              <a:t>‹#›</a:t>
            </a:fld>
            <a:endParaRPr lang="en-US" altLang="ja-JP"/>
          </a:p>
        </p:txBody>
      </p:sp>
    </p:spTree>
    <p:extLst>
      <p:ext uri="{BB962C8B-B14F-4D97-AF65-F5344CB8AC3E}">
        <p14:creationId xmlns:p14="http://schemas.microsoft.com/office/powerpoint/2010/main" val="24040660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縦書きテキスト プレースホルダ 2"/>
          <p:cNvSpPr>
            <a:spLocks noGrp="1"/>
          </p:cNvSpPr>
          <p:nvPr>
            <p:ph type="body" orient="vert" idx="1"/>
          </p:nvPr>
        </p:nvSpPr>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4">
            <a:extLst>
              <a:ext uri="{FF2B5EF4-FFF2-40B4-BE49-F238E27FC236}">
                <a16:creationId xmlns:a16="http://schemas.microsoft.com/office/drawing/2014/main" id="{BB1D5112-BC2B-4A1A-BB8F-EEF3042F7CA5}"/>
              </a:ext>
            </a:extLst>
          </p:cNvPr>
          <p:cNvSpPr>
            <a:spLocks noGrp="1" noChangeArrowheads="1"/>
          </p:cNvSpPr>
          <p:nvPr>
            <p:ph type="dt" sz="half" idx="10"/>
          </p:nvPr>
        </p:nvSpPr>
        <p:spPr/>
        <p:txBody>
          <a:bodyPr/>
          <a:lstStyle>
            <a:lvl1pPr fontAlgn="auto">
              <a:spcBef>
                <a:spcPts val="0"/>
              </a:spcBef>
              <a:spcAft>
                <a:spcPts val="0"/>
              </a:spcAft>
              <a:defRPr/>
            </a:lvl1pPr>
          </a:lstStyle>
          <a:p>
            <a:pPr>
              <a:defRPr/>
            </a:pPr>
            <a:endParaRPr lang="en-US" altLang="ja-JP"/>
          </a:p>
        </p:txBody>
      </p:sp>
      <p:sp>
        <p:nvSpPr>
          <p:cNvPr id="5" name="Rectangle 5">
            <a:extLst>
              <a:ext uri="{FF2B5EF4-FFF2-40B4-BE49-F238E27FC236}">
                <a16:creationId xmlns:a16="http://schemas.microsoft.com/office/drawing/2014/main" id="{125190E7-316C-4AC1-BE3E-9796995D8072}"/>
              </a:ext>
            </a:extLst>
          </p:cNvPr>
          <p:cNvSpPr>
            <a:spLocks noGrp="1" noChangeArrowheads="1"/>
          </p:cNvSpPr>
          <p:nvPr>
            <p:ph type="ftr" sz="quarter" idx="11"/>
          </p:nvPr>
        </p:nvSpPr>
        <p:spPr/>
        <p:txBody>
          <a:bodyPr/>
          <a:lstStyle>
            <a:lvl1pPr fontAlgn="auto">
              <a:spcBef>
                <a:spcPts val="0"/>
              </a:spcBef>
              <a:spcAft>
                <a:spcPts val="0"/>
              </a:spcAft>
              <a:defRPr/>
            </a:lvl1pPr>
          </a:lstStyle>
          <a:p>
            <a:pPr>
              <a:defRPr/>
            </a:pPr>
            <a:endParaRPr lang="en-US" altLang="ja-JP"/>
          </a:p>
        </p:txBody>
      </p:sp>
      <p:sp>
        <p:nvSpPr>
          <p:cNvPr id="6" name="Rectangle 6">
            <a:extLst>
              <a:ext uri="{FF2B5EF4-FFF2-40B4-BE49-F238E27FC236}">
                <a16:creationId xmlns:a16="http://schemas.microsoft.com/office/drawing/2014/main" id="{E41AF01B-6BF9-4124-ACE7-1D19D30D6228}"/>
              </a:ext>
            </a:extLst>
          </p:cNvPr>
          <p:cNvSpPr>
            <a:spLocks noGrp="1" noChangeArrowheads="1"/>
          </p:cNvSpPr>
          <p:nvPr>
            <p:ph type="sldNum" sz="quarter" idx="12"/>
          </p:nvPr>
        </p:nvSpPr>
        <p:spPr/>
        <p:txBody>
          <a:bodyPr/>
          <a:lstStyle>
            <a:lvl1pPr>
              <a:defRPr smtClean="0"/>
            </a:lvl1pPr>
          </a:lstStyle>
          <a:p>
            <a:pPr>
              <a:defRPr/>
            </a:pPr>
            <a:fld id="{100ED473-984B-43B1-BE73-5284D8BD3342}" type="slidenum">
              <a:rPr lang="en-US" altLang="ja-JP"/>
              <a:pPr>
                <a:defRPr/>
              </a:pPr>
              <a:t>‹#›</a:t>
            </a:fld>
            <a:endParaRPr lang="en-US" altLang="ja-JP"/>
          </a:p>
        </p:txBody>
      </p:sp>
    </p:spTree>
    <p:extLst>
      <p:ext uri="{BB962C8B-B14F-4D97-AF65-F5344CB8AC3E}">
        <p14:creationId xmlns:p14="http://schemas.microsoft.com/office/powerpoint/2010/main" val="16718408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515100" y="609600"/>
            <a:ext cx="1943100" cy="5486400"/>
          </a:xfrm>
        </p:spPr>
        <p:txBody>
          <a:bodyPr vert="eaVert"/>
          <a:lstStyle/>
          <a:p>
            <a:r>
              <a:rPr lang="ja-JP" altLang="en-US"/>
              <a:t>マスタ タイトルの書式設定</a:t>
            </a:r>
          </a:p>
        </p:txBody>
      </p:sp>
      <p:sp>
        <p:nvSpPr>
          <p:cNvPr id="3" name="縦書きテキスト プレースホルダ 2"/>
          <p:cNvSpPr>
            <a:spLocks noGrp="1"/>
          </p:cNvSpPr>
          <p:nvPr>
            <p:ph type="body" orient="vert" idx="1"/>
          </p:nvPr>
        </p:nvSpPr>
        <p:spPr>
          <a:xfrm>
            <a:off x="685800" y="609600"/>
            <a:ext cx="5676900" cy="5486400"/>
          </a:xfrm>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4">
            <a:extLst>
              <a:ext uri="{FF2B5EF4-FFF2-40B4-BE49-F238E27FC236}">
                <a16:creationId xmlns:a16="http://schemas.microsoft.com/office/drawing/2014/main" id="{AD634832-2CE1-4882-BA3C-827545C1CDFC}"/>
              </a:ext>
            </a:extLst>
          </p:cNvPr>
          <p:cNvSpPr>
            <a:spLocks noGrp="1" noChangeArrowheads="1"/>
          </p:cNvSpPr>
          <p:nvPr>
            <p:ph type="dt" sz="half" idx="10"/>
          </p:nvPr>
        </p:nvSpPr>
        <p:spPr/>
        <p:txBody>
          <a:bodyPr/>
          <a:lstStyle>
            <a:lvl1pPr fontAlgn="auto">
              <a:spcBef>
                <a:spcPts val="0"/>
              </a:spcBef>
              <a:spcAft>
                <a:spcPts val="0"/>
              </a:spcAft>
              <a:defRPr/>
            </a:lvl1pPr>
          </a:lstStyle>
          <a:p>
            <a:pPr>
              <a:defRPr/>
            </a:pPr>
            <a:endParaRPr lang="en-US" altLang="ja-JP"/>
          </a:p>
        </p:txBody>
      </p:sp>
      <p:sp>
        <p:nvSpPr>
          <p:cNvPr id="5" name="Rectangle 5">
            <a:extLst>
              <a:ext uri="{FF2B5EF4-FFF2-40B4-BE49-F238E27FC236}">
                <a16:creationId xmlns:a16="http://schemas.microsoft.com/office/drawing/2014/main" id="{F436B495-4E97-4712-90C8-D93ACE7A62E6}"/>
              </a:ext>
            </a:extLst>
          </p:cNvPr>
          <p:cNvSpPr>
            <a:spLocks noGrp="1" noChangeArrowheads="1"/>
          </p:cNvSpPr>
          <p:nvPr>
            <p:ph type="ftr" sz="quarter" idx="11"/>
          </p:nvPr>
        </p:nvSpPr>
        <p:spPr/>
        <p:txBody>
          <a:bodyPr/>
          <a:lstStyle>
            <a:lvl1pPr fontAlgn="auto">
              <a:spcBef>
                <a:spcPts val="0"/>
              </a:spcBef>
              <a:spcAft>
                <a:spcPts val="0"/>
              </a:spcAft>
              <a:defRPr/>
            </a:lvl1pPr>
          </a:lstStyle>
          <a:p>
            <a:pPr>
              <a:defRPr/>
            </a:pPr>
            <a:endParaRPr lang="en-US" altLang="ja-JP"/>
          </a:p>
        </p:txBody>
      </p:sp>
      <p:sp>
        <p:nvSpPr>
          <p:cNvPr id="6" name="Rectangle 6">
            <a:extLst>
              <a:ext uri="{FF2B5EF4-FFF2-40B4-BE49-F238E27FC236}">
                <a16:creationId xmlns:a16="http://schemas.microsoft.com/office/drawing/2014/main" id="{ABE553AF-CCC8-44EC-A5E1-03A961C7A1E6}"/>
              </a:ext>
            </a:extLst>
          </p:cNvPr>
          <p:cNvSpPr>
            <a:spLocks noGrp="1" noChangeArrowheads="1"/>
          </p:cNvSpPr>
          <p:nvPr>
            <p:ph type="sldNum" sz="quarter" idx="12"/>
          </p:nvPr>
        </p:nvSpPr>
        <p:spPr/>
        <p:txBody>
          <a:bodyPr/>
          <a:lstStyle>
            <a:lvl1pPr>
              <a:defRPr smtClean="0"/>
            </a:lvl1pPr>
          </a:lstStyle>
          <a:p>
            <a:pPr>
              <a:defRPr/>
            </a:pPr>
            <a:fld id="{CDA1E09F-7CF7-49AC-9566-F2FAD6A83648}" type="slidenum">
              <a:rPr lang="en-US" altLang="ja-JP"/>
              <a:pPr>
                <a:defRPr/>
              </a:pPr>
              <a:t>‹#›</a:t>
            </a:fld>
            <a:endParaRPr lang="en-US" altLang="ja-JP"/>
          </a:p>
        </p:txBody>
      </p:sp>
    </p:spTree>
    <p:extLst>
      <p:ext uri="{BB962C8B-B14F-4D97-AF65-F5344CB8AC3E}">
        <p14:creationId xmlns:p14="http://schemas.microsoft.com/office/powerpoint/2010/main" val="39464185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3194B10E-37B0-4208-AE8A-BAE94CCDE309}"/>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ja-JP" altLang="en-US"/>
              <a:t>マスタ タイトルの書式設定</a:t>
            </a:r>
          </a:p>
        </p:txBody>
      </p:sp>
      <p:sp>
        <p:nvSpPr>
          <p:cNvPr id="1027" name="Rectangle 3">
            <a:extLst>
              <a:ext uri="{FF2B5EF4-FFF2-40B4-BE49-F238E27FC236}">
                <a16:creationId xmlns:a16="http://schemas.microsoft.com/office/drawing/2014/main" id="{13EFFCB3-69E3-4529-9B16-2ABCD30DCCF5}"/>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3076" name="Rectangle 4">
            <a:extLst>
              <a:ext uri="{FF2B5EF4-FFF2-40B4-BE49-F238E27FC236}">
                <a16:creationId xmlns:a16="http://schemas.microsoft.com/office/drawing/2014/main" id="{DC663806-7F05-4FB4-9CFD-C28BBE8A5499}"/>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solidFill>
                  <a:srgbClr val="000000"/>
                </a:solidFill>
                <a:latin typeface="+mn-lt"/>
                <a:ea typeface="+mn-ea"/>
              </a:defRPr>
            </a:lvl1pPr>
          </a:lstStyle>
          <a:p>
            <a:pPr>
              <a:defRPr/>
            </a:pPr>
            <a:endParaRPr lang="en-US" altLang="ja-JP"/>
          </a:p>
        </p:txBody>
      </p:sp>
      <p:sp>
        <p:nvSpPr>
          <p:cNvPr id="3077" name="Rectangle 5">
            <a:extLst>
              <a:ext uri="{FF2B5EF4-FFF2-40B4-BE49-F238E27FC236}">
                <a16:creationId xmlns:a16="http://schemas.microsoft.com/office/drawing/2014/main" id="{4F78497E-DD52-4E5F-A4CD-E06370F3F831}"/>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solidFill>
                  <a:srgbClr val="000000"/>
                </a:solidFill>
                <a:latin typeface="+mn-lt"/>
                <a:ea typeface="+mn-ea"/>
              </a:defRPr>
            </a:lvl1pPr>
          </a:lstStyle>
          <a:p>
            <a:pPr>
              <a:defRPr/>
            </a:pPr>
            <a:endParaRPr lang="en-US" altLang="ja-JP"/>
          </a:p>
        </p:txBody>
      </p:sp>
      <p:sp>
        <p:nvSpPr>
          <p:cNvPr id="3078" name="Rectangle 6">
            <a:extLst>
              <a:ext uri="{FF2B5EF4-FFF2-40B4-BE49-F238E27FC236}">
                <a16:creationId xmlns:a16="http://schemas.microsoft.com/office/drawing/2014/main" id="{4BD15076-0C9F-440E-8877-03DA97C66304}"/>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smtClean="0">
                <a:solidFill>
                  <a:srgbClr val="000000"/>
                </a:solidFill>
                <a:ea typeface="ＭＳ Ｐゴシック" panose="020B0600070205080204" pitchFamily="50" charset="-128"/>
              </a:defRPr>
            </a:lvl1pPr>
          </a:lstStyle>
          <a:p>
            <a:pPr>
              <a:defRPr/>
            </a:pPr>
            <a:fld id="{BD1323E2-3A58-4156-9BEF-F5210ADED98E}" type="slidenum">
              <a:rPr lang="en-US" altLang="ja-JP"/>
              <a:pPr>
                <a:defRPr/>
              </a:pPr>
              <a:t>‹#›</a:t>
            </a:fld>
            <a:endParaRPr lang="en-US" altLang="ja-JP"/>
          </a:p>
        </p:txBody>
      </p:sp>
      <p:pic>
        <p:nvPicPr>
          <p:cNvPr id="7" name="Picture 4">
            <a:extLst>
              <a:ext uri="{FF2B5EF4-FFF2-40B4-BE49-F238E27FC236}">
                <a16:creationId xmlns:a16="http://schemas.microsoft.com/office/drawing/2014/main" id="{BF15ABB6-AFCC-4393-96F2-23133240EF9C}"/>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76200" y="6448425"/>
            <a:ext cx="1863725"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5">
            <a:extLst>
              <a:ext uri="{FF2B5EF4-FFF2-40B4-BE49-F238E27FC236}">
                <a16:creationId xmlns:a16="http://schemas.microsoft.com/office/drawing/2014/main" id="{CEF69265-6689-4265-A73F-8D97F0C1C085}"/>
              </a:ext>
            </a:extLst>
          </p:cNvPr>
          <p:cNvSpPr>
            <a:spLocks noChangeArrowheads="1"/>
          </p:cNvSpPr>
          <p:nvPr userDrawn="1"/>
        </p:nvSpPr>
        <p:spPr bwMode="auto">
          <a:xfrm>
            <a:off x="0" y="6329363"/>
            <a:ext cx="9105900" cy="71437"/>
          </a:xfrm>
          <a:prstGeom prst="rect">
            <a:avLst/>
          </a:prstGeom>
          <a:gradFill rotWithShape="0">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0"/>
              </a:spcBef>
              <a:buFontTx/>
              <a:buNone/>
            </a:pPr>
            <a:endParaRPr lang="ja-JP" altLang="en-US" sz="2400">
              <a:solidFill>
                <a:srgbClr val="000000"/>
              </a:solidFill>
            </a:endParaRPr>
          </a:p>
        </p:txBody>
      </p:sp>
      <p:sp>
        <p:nvSpPr>
          <p:cNvPr id="9" name="Text Box 8">
            <a:extLst>
              <a:ext uri="{FF2B5EF4-FFF2-40B4-BE49-F238E27FC236}">
                <a16:creationId xmlns:a16="http://schemas.microsoft.com/office/drawing/2014/main" id="{34FE3A05-F257-466C-B0EC-7B6290AAB580}"/>
              </a:ext>
            </a:extLst>
          </p:cNvPr>
          <p:cNvSpPr txBox="1">
            <a:spLocks noChangeArrowheads="1"/>
          </p:cNvSpPr>
          <p:nvPr userDrawn="1"/>
        </p:nvSpPr>
        <p:spPr bwMode="auto">
          <a:xfrm>
            <a:off x="8153400" y="6400800"/>
            <a:ext cx="7191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34" charset="-128"/>
              </a:defRPr>
            </a:lvl9pPr>
          </a:lstStyle>
          <a:p>
            <a:pPr algn="ctr" eaLnBrk="1" hangingPunct="1">
              <a:spcBef>
                <a:spcPct val="50000"/>
              </a:spcBef>
              <a:buFontTx/>
              <a:buNone/>
            </a:pPr>
            <a:fld id="{3C131782-2DB5-4656-8B41-552F7B6363ED}" type="slidenum">
              <a:rPr lang="en-US" altLang="ja-JP" sz="2400">
                <a:solidFill>
                  <a:srgbClr val="000000"/>
                </a:solidFill>
                <a:latin typeface="Tahoma" panose="020B0604030504040204" pitchFamily="34" charset="0"/>
              </a:rPr>
              <a:pPr algn="ctr" eaLnBrk="1" hangingPunct="1">
                <a:spcBef>
                  <a:spcPct val="50000"/>
                </a:spcBef>
                <a:buFontTx/>
                <a:buNone/>
              </a:pPr>
              <a:t>‹#›</a:t>
            </a:fld>
            <a:endParaRPr lang="en-US" altLang="ja-JP" sz="2400">
              <a:solidFill>
                <a:srgbClr val="000000"/>
              </a:solidFill>
              <a:latin typeface="Tahoma" panose="020B0604030504040204" pitchFamily="34" charset="0"/>
            </a:endParaRPr>
          </a:p>
        </p:txBody>
      </p:sp>
    </p:spTree>
  </p:cSld>
  <p:clrMap bg1="lt1" tx1="dk1" bg2="lt2" tx2="dk2" accent1="accent1" accent2="accent2" accent3="accent3" accent4="accent4" accent5="accent5" accent6="accent6" hlink="hlink" folHlink="folHlink"/>
  <p:sldLayoutIdLst>
    <p:sldLayoutId id="2147490889" r:id="rId1"/>
    <p:sldLayoutId id="2147490890" r:id="rId2"/>
    <p:sldLayoutId id="2147490891" r:id="rId3"/>
    <p:sldLayoutId id="2147490892" r:id="rId4"/>
    <p:sldLayoutId id="2147490893" r:id="rId5"/>
    <p:sldLayoutId id="2147490894" r:id="rId6"/>
    <p:sldLayoutId id="2147490895" r:id="rId7"/>
    <p:sldLayoutId id="2147490896" r:id="rId8"/>
    <p:sldLayoutId id="2147490897" r:id="rId9"/>
    <p:sldLayoutId id="2147490898" r:id="rId10"/>
    <p:sldLayoutId id="2147490899" r:id="rId11"/>
  </p:sldLayoutIdLst>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charset="0"/>
          <a:ea typeface="ＭＳ Ｐゴシック" pitchFamily="50" charset="-128"/>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1EAA629E-8C8D-49F3-AF58-ED0ED796492E}"/>
              </a:ext>
            </a:extLst>
          </p:cNvPr>
          <p:cNvSpPr>
            <a:spLocks noGrp="1" noChangeArrowheads="1"/>
          </p:cNvSpPr>
          <p:nvPr>
            <p:ph type="ctrTitle"/>
          </p:nvPr>
        </p:nvSpPr>
        <p:spPr>
          <a:xfrm>
            <a:off x="721518" y="627906"/>
            <a:ext cx="7772400" cy="1727200"/>
          </a:xfrm>
        </p:spPr>
        <p:txBody>
          <a:bodyPr/>
          <a:lstStyle/>
          <a:p>
            <a:pPr eaLnBrk="1" hangingPunct="1"/>
            <a:r>
              <a:rPr lang="en-US" altLang="ja-JP" sz="11000" b="1" i="1" dirty="0">
                <a:solidFill>
                  <a:srgbClr val="0000CC"/>
                </a:solidFill>
              </a:rPr>
              <a:t>P</a:t>
            </a:r>
            <a:r>
              <a:rPr lang="en-US" altLang="ja-JP" sz="9000" b="1" i="1" dirty="0">
                <a:solidFill>
                  <a:srgbClr val="0000CC"/>
                </a:solidFill>
              </a:rPr>
              <a:t>HI</a:t>
            </a:r>
            <a:r>
              <a:rPr lang="en-US" altLang="ja-JP" sz="9800" b="1" i="1" dirty="0">
                <a:solidFill>
                  <a:srgbClr val="0000CC"/>
                </a:solidFill>
              </a:rPr>
              <a:t>T</a:t>
            </a:r>
            <a:r>
              <a:rPr lang="en-US" altLang="ja-JP" sz="9000" b="1" i="1" dirty="0">
                <a:solidFill>
                  <a:srgbClr val="0000CC"/>
                </a:solidFill>
              </a:rPr>
              <a:t>S</a:t>
            </a:r>
          </a:p>
        </p:txBody>
      </p:sp>
      <p:sp>
        <p:nvSpPr>
          <p:cNvPr id="39939" name="Rectangle 3">
            <a:extLst>
              <a:ext uri="{FF2B5EF4-FFF2-40B4-BE49-F238E27FC236}">
                <a16:creationId xmlns:a16="http://schemas.microsoft.com/office/drawing/2014/main" id="{08169FBE-7F64-452C-8CF1-EE4F3225E4A4}"/>
              </a:ext>
            </a:extLst>
          </p:cNvPr>
          <p:cNvSpPr>
            <a:spLocks noGrp="1" noChangeArrowheads="1"/>
          </p:cNvSpPr>
          <p:nvPr>
            <p:ph type="subTitle" idx="1"/>
          </p:nvPr>
        </p:nvSpPr>
        <p:spPr>
          <a:xfrm>
            <a:off x="406400" y="2668100"/>
            <a:ext cx="8305800" cy="2240632"/>
          </a:xfrm>
        </p:spPr>
        <p:txBody>
          <a:bodyPr/>
          <a:lstStyle/>
          <a:p>
            <a:pPr eaLnBrk="1" hangingPunct="1"/>
            <a:r>
              <a:rPr lang="ja-JP" altLang="en-US" sz="4500" dirty="0">
                <a:solidFill>
                  <a:srgbClr val="010000"/>
                </a:solidFill>
              </a:rPr>
              <a:t>スクリプトファイルを用いた</a:t>
            </a:r>
            <a:endParaRPr lang="en-US" altLang="ja-JP" sz="4500" dirty="0">
              <a:solidFill>
                <a:srgbClr val="010000"/>
              </a:solidFill>
            </a:endParaRPr>
          </a:p>
          <a:p>
            <a:pPr eaLnBrk="1" hangingPunct="1"/>
            <a:r>
              <a:rPr lang="en-US" altLang="ja-JP" sz="4500" dirty="0">
                <a:solidFill>
                  <a:srgbClr val="010000"/>
                </a:solidFill>
              </a:rPr>
              <a:t>PHITS</a:t>
            </a:r>
            <a:r>
              <a:rPr lang="ja-JP" altLang="en-US" sz="4500" dirty="0">
                <a:solidFill>
                  <a:srgbClr val="010000"/>
                </a:solidFill>
              </a:rPr>
              <a:t>の連続実行方法</a:t>
            </a:r>
            <a:endParaRPr lang="en-US" altLang="ja-JP" sz="4800" dirty="0">
              <a:solidFill>
                <a:srgbClr val="010000"/>
              </a:solidFill>
            </a:endParaRPr>
          </a:p>
        </p:txBody>
      </p:sp>
      <p:sp>
        <p:nvSpPr>
          <p:cNvPr id="39942" name="正方形/長方形 4">
            <a:extLst>
              <a:ext uri="{FF2B5EF4-FFF2-40B4-BE49-F238E27FC236}">
                <a16:creationId xmlns:a16="http://schemas.microsoft.com/office/drawing/2014/main" id="{9C0CF0EA-25B0-4467-8CD5-21E13F15D256}"/>
              </a:ext>
            </a:extLst>
          </p:cNvPr>
          <p:cNvSpPr>
            <a:spLocks noChangeArrowheads="1"/>
          </p:cNvSpPr>
          <p:nvPr/>
        </p:nvSpPr>
        <p:spPr bwMode="auto">
          <a:xfrm>
            <a:off x="250031" y="2132856"/>
            <a:ext cx="8643937"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34" charset="-128"/>
              </a:defRPr>
            </a:lvl9pPr>
          </a:lstStyle>
          <a:p>
            <a:pPr algn="ctr" eaLnBrk="1" hangingPunct="1">
              <a:spcBef>
                <a:spcPct val="0"/>
              </a:spcBef>
              <a:buFontTx/>
              <a:buNone/>
            </a:pPr>
            <a:r>
              <a:rPr lang="en-US" altLang="ja-JP" sz="2200" b="1" i="1" dirty="0">
                <a:solidFill>
                  <a:srgbClr val="000000"/>
                </a:solidFill>
              </a:rPr>
              <a:t>Multi-Purpose </a:t>
            </a:r>
            <a:r>
              <a:rPr lang="en-US" altLang="ja-JP" sz="2200" b="1" i="1" dirty="0">
                <a:solidFill>
                  <a:srgbClr val="0000CC"/>
                </a:solidFill>
              </a:rPr>
              <a:t>P</a:t>
            </a:r>
            <a:r>
              <a:rPr lang="en-US" altLang="ja-JP" sz="2200" b="1" i="1" dirty="0">
                <a:solidFill>
                  <a:srgbClr val="000000"/>
                </a:solidFill>
              </a:rPr>
              <a:t>article and </a:t>
            </a:r>
            <a:r>
              <a:rPr lang="en-US" altLang="ja-JP" sz="2200" b="1" i="1" dirty="0">
                <a:solidFill>
                  <a:srgbClr val="0000CC"/>
                </a:solidFill>
              </a:rPr>
              <a:t>H</a:t>
            </a:r>
            <a:r>
              <a:rPr lang="en-US" altLang="ja-JP" sz="2200" b="1" i="1" dirty="0">
                <a:solidFill>
                  <a:srgbClr val="000000"/>
                </a:solidFill>
              </a:rPr>
              <a:t>eavy </a:t>
            </a:r>
            <a:r>
              <a:rPr lang="en-US" altLang="ja-JP" sz="2200" b="1" i="1" dirty="0">
                <a:solidFill>
                  <a:srgbClr val="0000CC"/>
                </a:solidFill>
              </a:rPr>
              <a:t>I</a:t>
            </a:r>
            <a:r>
              <a:rPr lang="en-US" altLang="ja-JP" sz="2200" b="1" i="1" dirty="0">
                <a:solidFill>
                  <a:srgbClr val="000000"/>
                </a:solidFill>
              </a:rPr>
              <a:t>on </a:t>
            </a:r>
            <a:r>
              <a:rPr lang="en-US" altLang="ja-JP" sz="2200" b="1" i="1" dirty="0">
                <a:solidFill>
                  <a:srgbClr val="0000CC"/>
                </a:solidFill>
              </a:rPr>
              <a:t>T</a:t>
            </a:r>
            <a:r>
              <a:rPr lang="en-US" altLang="ja-JP" sz="2200" b="1" i="1" dirty="0">
                <a:solidFill>
                  <a:srgbClr val="000000"/>
                </a:solidFill>
              </a:rPr>
              <a:t>ransport code </a:t>
            </a:r>
            <a:r>
              <a:rPr lang="en-US" altLang="ja-JP" sz="2200" b="1" i="1" dirty="0">
                <a:solidFill>
                  <a:srgbClr val="0000CC"/>
                </a:solidFill>
              </a:rPr>
              <a:t>S</a:t>
            </a:r>
            <a:r>
              <a:rPr lang="en-US" altLang="ja-JP" sz="2200" b="1" i="1" dirty="0">
                <a:solidFill>
                  <a:srgbClr val="000000"/>
                </a:solidFill>
              </a:rPr>
              <a:t>ystem</a:t>
            </a:r>
          </a:p>
        </p:txBody>
      </p:sp>
      <p:sp>
        <p:nvSpPr>
          <p:cNvPr id="10" name="Text Box 15">
            <a:extLst>
              <a:ext uri="{FF2B5EF4-FFF2-40B4-BE49-F238E27FC236}">
                <a16:creationId xmlns:a16="http://schemas.microsoft.com/office/drawing/2014/main" id="{2F15046F-F3DF-4018-84E7-B42594880DB0}"/>
              </a:ext>
            </a:extLst>
          </p:cNvPr>
          <p:cNvSpPr txBox="1">
            <a:spLocks noChangeArrowheads="1"/>
          </p:cNvSpPr>
          <p:nvPr/>
        </p:nvSpPr>
        <p:spPr bwMode="auto">
          <a:xfrm>
            <a:off x="3279775" y="5636567"/>
            <a:ext cx="25590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itchFamily="18" charset="0"/>
                <a:ea typeface="ＭＳ Ｐゴシック" pitchFamily="50" charset="-128"/>
              </a:defRPr>
            </a:lvl1pPr>
            <a:lvl2pPr marL="742950" indent="-285750">
              <a:spcBef>
                <a:spcPct val="20000"/>
              </a:spcBef>
              <a:buChar char="–"/>
              <a:defRPr kumimoji="1" sz="2800">
                <a:solidFill>
                  <a:schemeClr val="tx1"/>
                </a:solidFill>
                <a:latin typeface="Times New Roman" pitchFamily="18" charset="0"/>
                <a:ea typeface="ＭＳ Ｐゴシック" pitchFamily="50" charset="-128"/>
              </a:defRPr>
            </a:lvl2pPr>
            <a:lvl3pPr marL="1143000" indent="-228600">
              <a:spcBef>
                <a:spcPct val="20000"/>
              </a:spcBef>
              <a:buChar char="•"/>
              <a:defRPr kumimoji="1" sz="2400">
                <a:solidFill>
                  <a:schemeClr val="tx1"/>
                </a:solidFill>
                <a:latin typeface="Times New Roman" pitchFamily="18" charset="0"/>
                <a:ea typeface="ＭＳ Ｐゴシック" pitchFamily="50" charset="-128"/>
              </a:defRPr>
            </a:lvl3pPr>
            <a:lvl4pPr marL="1600200" indent="-228600">
              <a:spcBef>
                <a:spcPct val="20000"/>
              </a:spcBef>
              <a:buChar char="–"/>
              <a:defRPr kumimoji="1" sz="2000">
                <a:solidFill>
                  <a:schemeClr val="tx1"/>
                </a:solidFill>
                <a:latin typeface="Times New Roman" pitchFamily="18" charset="0"/>
                <a:ea typeface="ＭＳ Ｐゴシック" pitchFamily="50" charset="-128"/>
              </a:defRPr>
            </a:lvl4pPr>
            <a:lvl5pPr marL="2057400" indent="-22860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0"/>
              </a:spcBef>
              <a:buFontTx/>
              <a:buNone/>
              <a:defRPr/>
            </a:pPr>
            <a:r>
              <a:rPr lang="en-US" altLang="ja-JP" sz="2400" dirty="0">
                <a:solidFill>
                  <a:srgbClr val="FF0000"/>
                </a:solidFill>
                <a:latin typeface="+mn-lt"/>
              </a:rPr>
              <a:t>2024</a:t>
            </a:r>
            <a:r>
              <a:rPr lang="ja-JP" altLang="en-US" sz="2400" dirty="0">
                <a:solidFill>
                  <a:srgbClr val="FF0000"/>
                </a:solidFill>
                <a:latin typeface="+mn-lt"/>
              </a:rPr>
              <a:t>年</a:t>
            </a:r>
            <a:r>
              <a:rPr lang="en-US" altLang="ja-JP" sz="2400" dirty="0">
                <a:solidFill>
                  <a:srgbClr val="FF0000"/>
                </a:solidFill>
                <a:latin typeface="+mn-lt"/>
              </a:rPr>
              <a:t>12</a:t>
            </a:r>
            <a:r>
              <a:rPr lang="ja-JP" altLang="en-US" sz="2400" dirty="0">
                <a:solidFill>
                  <a:srgbClr val="FF0000"/>
                </a:solidFill>
                <a:latin typeface="+mn-lt"/>
              </a:rPr>
              <a:t>月改訂</a:t>
            </a:r>
            <a:endParaRPr lang="en-US" altLang="ja-JP" sz="2400" dirty="0">
              <a:solidFill>
                <a:srgbClr val="FF0000"/>
              </a:solidFill>
              <a:latin typeface="+mn-lt"/>
            </a:endParaRPr>
          </a:p>
        </p:txBody>
      </p:sp>
      <p:sp>
        <p:nvSpPr>
          <p:cNvPr id="2" name="Text Box 7">
            <a:extLst>
              <a:ext uri="{FF2B5EF4-FFF2-40B4-BE49-F238E27FC236}">
                <a16:creationId xmlns:a16="http://schemas.microsoft.com/office/drawing/2014/main" id="{A039639C-3FA2-B921-4058-5DF68256C499}"/>
              </a:ext>
            </a:extLst>
          </p:cNvPr>
          <p:cNvSpPr txBox="1">
            <a:spLocks noChangeArrowheads="1"/>
          </p:cNvSpPr>
          <p:nvPr/>
        </p:nvSpPr>
        <p:spPr bwMode="auto">
          <a:xfrm>
            <a:off x="2123728" y="4978810"/>
            <a:ext cx="472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34" charset="-128"/>
              </a:defRPr>
            </a:lvl9pPr>
          </a:lstStyle>
          <a:p>
            <a:pPr algn="ctr" eaLnBrk="1" hangingPunct="1">
              <a:spcBef>
                <a:spcPct val="50000"/>
              </a:spcBef>
              <a:buFontTx/>
              <a:buNone/>
            </a:pPr>
            <a:r>
              <a:rPr lang="en-US" altLang="ja-JP" sz="2400" dirty="0">
                <a:solidFill>
                  <a:srgbClr val="000000"/>
                </a:solidFill>
                <a:latin typeface="Tahoma" panose="020B0604030504040204" pitchFamily="34" charset="0"/>
              </a:rPr>
              <a:t>/</a:t>
            </a:r>
            <a:r>
              <a:rPr lang="en-US" altLang="ja-JP" sz="2400" dirty="0" err="1">
                <a:solidFill>
                  <a:srgbClr val="000000"/>
                </a:solidFill>
                <a:latin typeface="Tahoma" panose="020B0604030504040204" pitchFamily="34" charset="0"/>
              </a:rPr>
              <a:t>phits</a:t>
            </a:r>
            <a:r>
              <a:rPr lang="en-US" altLang="ja-JP" sz="2400" dirty="0">
                <a:solidFill>
                  <a:srgbClr val="000000"/>
                </a:solidFill>
                <a:latin typeface="Tahoma" panose="020B0604030504040204" pitchFamily="34" charset="0"/>
              </a:rPr>
              <a:t>/lecture/advanced/autorun</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4D7C6F22-8F4F-4554-85A4-677EC7AB4FE7}"/>
              </a:ext>
            </a:extLst>
          </p:cNvPr>
          <p:cNvSpPr txBox="1">
            <a:spLocks noChangeArrowheads="1"/>
          </p:cNvSpPr>
          <p:nvPr/>
        </p:nvSpPr>
        <p:spPr bwMode="auto">
          <a:xfrm>
            <a:off x="251520" y="996488"/>
            <a:ext cx="8712968"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itchFamily="18" charset="0"/>
                <a:ea typeface="ＭＳ Ｐゴシック" pitchFamily="50" charset="-128"/>
              </a:defRPr>
            </a:lvl1pPr>
            <a:lvl2pPr marL="742950" indent="-285750">
              <a:spcBef>
                <a:spcPct val="20000"/>
              </a:spcBef>
              <a:buChar char="–"/>
              <a:defRPr kumimoji="1" sz="2800">
                <a:solidFill>
                  <a:schemeClr val="tx1"/>
                </a:solidFill>
                <a:latin typeface="Times New Roman" pitchFamily="18" charset="0"/>
                <a:ea typeface="ＭＳ Ｐゴシック" pitchFamily="50" charset="-128"/>
              </a:defRPr>
            </a:lvl2pPr>
            <a:lvl3pPr marL="1143000" indent="-228600">
              <a:spcBef>
                <a:spcPct val="20000"/>
              </a:spcBef>
              <a:buChar char="•"/>
              <a:defRPr kumimoji="1" sz="2400">
                <a:solidFill>
                  <a:schemeClr val="tx1"/>
                </a:solidFill>
                <a:latin typeface="Times New Roman" pitchFamily="18" charset="0"/>
                <a:ea typeface="ＭＳ Ｐゴシック" pitchFamily="50" charset="-128"/>
              </a:defRPr>
            </a:lvl3pPr>
            <a:lvl4pPr marL="1600200" indent="-228600">
              <a:spcBef>
                <a:spcPct val="20000"/>
              </a:spcBef>
              <a:buChar char="–"/>
              <a:defRPr kumimoji="1" sz="2000">
                <a:solidFill>
                  <a:schemeClr val="tx1"/>
                </a:solidFill>
                <a:latin typeface="Times New Roman" pitchFamily="18" charset="0"/>
                <a:ea typeface="ＭＳ Ｐゴシック" pitchFamily="50" charset="-128"/>
              </a:defRPr>
            </a:lvl4pPr>
            <a:lvl5pPr marL="2057400" indent="-22860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buFontTx/>
              <a:buNone/>
              <a:defRPr/>
            </a:pPr>
            <a:r>
              <a:rPr lang="en-US" altLang="ja-JP" sz="2800" dirty="0">
                <a:solidFill>
                  <a:srgbClr val="000000"/>
                </a:solidFill>
                <a:latin typeface="+mn-lt"/>
              </a:rPr>
              <a:t>PHITS</a:t>
            </a:r>
            <a:r>
              <a:rPr lang="ja-JP" altLang="en-US" sz="2800" dirty="0">
                <a:solidFill>
                  <a:srgbClr val="000000"/>
                </a:solidFill>
                <a:latin typeface="+mn-lt"/>
              </a:rPr>
              <a:t>入力ファイル内の特定のパラメータ</a:t>
            </a:r>
            <a:r>
              <a:rPr lang="en-US" altLang="ja-JP" sz="2800" dirty="0">
                <a:solidFill>
                  <a:srgbClr val="000000"/>
                </a:solidFill>
                <a:latin typeface="+mn-lt"/>
              </a:rPr>
              <a:t>(</a:t>
            </a:r>
            <a:r>
              <a:rPr lang="en-US" altLang="ja-JP" sz="2800" i="1" dirty="0">
                <a:solidFill>
                  <a:srgbClr val="000000"/>
                </a:solidFill>
                <a:latin typeface="+mn-lt"/>
              </a:rPr>
              <a:t>c</a:t>
            </a:r>
            <a:r>
              <a:rPr lang="en-US" altLang="ja-JP" sz="2800" i="1" baseline="-25000" dirty="0">
                <a:solidFill>
                  <a:srgbClr val="000000"/>
                </a:solidFill>
                <a:latin typeface="+mn-lt"/>
              </a:rPr>
              <a:t>i</a:t>
            </a:r>
            <a:r>
              <a:rPr lang="en-US" altLang="ja-JP" sz="2800" dirty="0">
                <a:solidFill>
                  <a:srgbClr val="000000"/>
                </a:solidFill>
                <a:latin typeface="+mn-lt"/>
              </a:rPr>
              <a:t>)</a:t>
            </a:r>
            <a:r>
              <a:rPr lang="ja-JP" altLang="en-US" sz="2800" dirty="0">
                <a:solidFill>
                  <a:srgbClr val="000000"/>
                </a:solidFill>
                <a:latin typeface="+mn-lt"/>
              </a:rPr>
              <a:t>を連続的に変化させながら</a:t>
            </a:r>
            <a:r>
              <a:rPr lang="en-US" altLang="ja-JP" sz="2800" dirty="0">
                <a:solidFill>
                  <a:srgbClr val="000000"/>
                </a:solidFill>
                <a:latin typeface="+mn-lt"/>
              </a:rPr>
              <a:t>PHITS</a:t>
            </a:r>
            <a:r>
              <a:rPr lang="ja-JP" altLang="en-US" sz="2800" dirty="0">
                <a:solidFill>
                  <a:srgbClr val="000000"/>
                </a:solidFill>
                <a:latin typeface="+mn-lt"/>
              </a:rPr>
              <a:t>を自動で実行する方法を学習する</a:t>
            </a:r>
            <a:endParaRPr lang="en-US" altLang="ja-JP" sz="2800" dirty="0">
              <a:solidFill>
                <a:srgbClr val="000000"/>
              </a:solidFill>
              <a:latin typeface="+mn-lt"/>
            </a:endParaRPr>
          </a:p>
        </p:txBody>
      </p:sp>
      <p:sp>
        <p:nvSpPr>
          <p:cNvPr id="14" name="Rectangle 2">
            <a:extLst>
              <a:ext uri="{FF2B5EF4-FFF2-40B4-BE49-F238E27FC236}">
                <a16:creationId xmlns:a16="http://schemas.microsoft.com/office/drawing/2014/main" id="{D08EA1CC-488B-49A0-B9E6-6A36FE2AAD8B}"/>
              </a:ext>
            </a:extLst>
          </p:cNvPr>
          <p:cNvSpPr txBox="1">
            <a:spLocks noChangeArrowheads="1"/>
          </p:cNvSpPr>
          <p:nvPr/>
        </p:nvSpPr>
        <p:spPr bwMode="auto">
          <a:xfrm>
            <a:off x="965200" y="84138"/>
            <a:ext cx="7416800" cy="896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charset="0"/>
                <a:ea typeface="ＭＳ Ｐゴシック" pitchFamily="50" charset="-128"/>
              </a:defRPr>
            </a:lvl9pPr>
          </a:lstStyle>
          <a:p>
            <a:pPr eaLnBrk="1" hangingPunct="1">
              <a:defRPr/>
            </a:pPr>
            <a:r>
              <a:rPr lang="ja-JP" altLang="en-US" sz="4800" kern="0" dirty="0">
                <a:latin typeface="+mn-lt"/>
                <a:cs typeface="Arial" panose="020B0604020202020204" pitchFamily="34" charset="0"/>
              </a:rPr>
              <a:t>本実習の目的</a:t>
            </a:r>
          </a:p>
        </p:txBody>
      </p:sp>
      <p:sp>
        <p:nvSpPr>
          <p:cNvPr id="12" name="Rectangle 8">
            <a:extLst>
              <a:ext uri="{FF2B5EF4-FFF2-40B4-BE49-F238E27FC236}">
                <a16:creationId xmlns:a16="http://schemas.microsoft.com/office/drawing/2014/main" id="{139CB4DE-52DC-4875-A3C1-C73ED16694BC}"/>
              </a:ext>
            </a:extLst>
          </p:cNvPr>
          <p:cNvSpPr txBox="1">
            <a:spLocks noChangeArrowheads="1"/>
          </p:cNvSpPr>
          <p:nvPr/>
        </p:nvSpPr>
        <p:spPr bwMode="auto">
          <a:xfrm>
            <a:off x="701799" y="2496503"/>
            <a:ext cx="7943601" cy="1953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itchFamily="18" charset="0"/>
                <a:ea typeface="ＭＳ Ｐゴシック" pitchFamily="50" charset="-128"/>
              </a:defRPr>
            </a:lvl1pPr>
            <a:lvl2pPr marL="742950" indent="-285750">
              <a:spcBef>
                <a:spcPct val="20000"/>
              </a:spcBef>
              <a:buChar char="–"/>
              <a:defRPr kumimoji="1" sz="2800">
                <a:solidFill>
                  <a:schemeClr val="tx1"/>
                </a:solidFill>
                <a:latin typeface="Times New Roman" pitchFamily="18" charset="0"/>
                <a:ea typeface="ＭＳ Ｐゴシック" pitchFamily="50" charset="-128"/>
              </a:defRPr>
            </a:lvl2pPr>
            <a:lvl3pPr marL="1143000" indent="-228600">
              <a:spcBef>
                <a:spcPct val="20000"/>
              </a:spcBef>
              <a:buChar char="•"/>
              <a:defRPr kumimoji="1" sz="2400">
                <a:solidFill>
                  <a:schemeClr val="tx1"/>
                </a:solidFill>
                <a:latin typeface="Times New Roman" pitchFamily="18" charset="0"/>
                <a:ea typeface="ＭＳ Ｐゴシック" pitchFamily="50" charset="-128"/>
              </a:defRPr>
            </a:lvl3pPr>
            <a:lvl4pPr marL="1600200" indent="-228600">
              <a:spcBef>
                <a:spcPct val="20000"/>
              </a:spcBef>
              <a:buChar char="–"/>
              <a:defRPr kumimoji="1" sz="2000">
                <a:solidFill>
                  <a:schemeClr val="tx1"/>
                </a:solidFill>
                <a:latin typeface="Times New Roman" pitchFamily="18" charset="0"/>
                <a:ea typeface="ＭＳ Ｐゴシック" pitchFamily="50" charset="-128"/>
              </a:defRPr>
            </a:lvl4pPr>
            <a:lvl5pPr marL="2057400" indent="-22860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marL="342900" indent="-342900" eaLnBrk="1" hangingPunct="1">
              <a:buFont typeface="Wingdings" panose="05000000000000000000" pitchFamily="2" charset="2"/>
              <a:buChar char="ü"/>
              <a:defRPr/>
            </a:pPr>
            <a:r>
              <a:rPr lang="ja-JP" altLang="en-US" sz="2400" dirty="0">
                <a:solidFill>
                  <a:srgbClr val="000000"/>
                </a:solidFill>
                <a:latin typeface="+mn-lt"/>
              </a:rPr>
              <a:t>原子核反応の入射エネルギー依存性を解析する</a:t>
            </a:r>
            <a:endParaRPr lang="en-US" altLang="ja-JP" sz="2400" dirty="0">
              <a:solidFill>
                <a:srgbClr val="000000"/>
              </a:solidFill>
              <a:latin typeface="+mn-lt"/>
            </a:endParaRPr>
          </a:p>
          <a:p>
            <a:pPr marL="342900" indent="-342900" eaLnBrk="1" hangingPunct="1">
              <a:buFont typeface="Wingdings" panose="05000000000000000000" pitchFamily="2" charset="2"/>
              <a:buChar char="ü"/>
              <a:defRPr/>
            </a:pPr>
            <a:r>
              <a:rPr lang="ja-JP" altLang="en-US" sz="2400" dirty="0">
                <a:solidFill>
                  <a:srgbClr val="000000"/>
                </a:solidFill>
                <a:latin typeface="+mn-lt"/>
              </a:rPr>
              <a:t>遮蔽体の厚さを変化させて最適な遮蔽条件を探査する</a:t>
            </a:r>
            <a:endParaRPr lang="en-US" altLang="ja-JP" sz="2400" dirty="0">
              <a:solidFill>
                <a:srgbClr val="000000"/>
              </a:solidFill>
              <a:latin typeface="+mn-lt"/>
            </a:endParaRPr>
          </a:p>
          <a:p>
            <a:pPr marL="342900" indent="-342900" eaLnBrk="1" hangingPunct="1">
              <a:buFont typeface="Wingdings" panose="05000000000000000000" pitchFamily="2" charset="2"/>
              <a:buChar char="ü"/>
              <a:defRPr/>
            </a:pPr>
            <a:r>
              <a:rPr lang="ja-JP" altLang="en-US" sz="2400" dirty="0">
                <a:solidFill>
                  <a:srgbClr val="000000"/>
                </a:solidFill>
                <a:latin typeface="+mn-lt"/>
              </a:rPr>
              <a:t>照射ジオメトリを変化させて様々な条件に対する線量換算係数を計算する</a:t>
            </a:r>
            <a:endParaRPr lang="en-US" altLang="ja-JP" sz="2400" dirty="0">
              <a:solidFill>
                <a:srgbClr val="000000"/>
              </a:solidFill>
              <a:latin typeface="+mn-lt"/>
            </a:endParaRPr>
          </a:p>
        </p:txBody>
      </p:sp>
      <p:sp>
        <p:nvSpPr>
          <p:cNvPr id="13" name="Text Box 5">
            <a:extLst>
              <a:ext uri="{FF2B5EF4-FFF2-40B4-BE49-F238E27FC236}">
                <a16:creationId xmlns:a16="http://schemas.microsoft.com/office/drawing/2014/main" id="{1F5532E1-93D2-49B4-88E9-EE896D9E6E7F}"/>
              </a:ext>
            </a:extLst>
          </p:cNvPr>
          <p:cNvSpPr txBox="1">
            <a:spLocks noChangeArrowheads="1"/>
          </p:cNvSpPr>
          <p:nvPr/>
        </p:nvSpPr>
        <p:spPr bwMode="auto">
          <a:xfrm>
            <a:off x="251520" y="2009980"/>
            <a:ext cx="24546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buFontTx/>
              <a:buNone/>
            </a:pPr>
            <a:r>
              <a:rPr lang="ja-JP" altLang="en-US" sz="2400" dirty="0">
                <a:solidFill>
                  <a:schemeClr val="accent2"/>
                </a:solidFill>
                <a:latin typeface="Tahoma" panose="020B0604030504040204" pitchFamily="34" charset="0"/>
              </a:rPr>
              <a:t>例えば</a:t>
            </a:r>
            <a:r>
              <a:rPr lang="en-US" altLang="ja-JP" sz="2400" dirty="0">
                <a:solidFill>
                  <a:schemeClr val="accent2"/>
                </a:solidFill>
                <a:latin typeface="Tahoma" panose="020B0604030504040204" pitchFamily="34" charset="0"/>
              </a:rPr>
              <a:t>…</a:t>
            </a:r>
          </a:p>
        </p:txBody>
      </p:sp>
      <p:sp>
        <p:nvSpPr>
          <p:cNvPr id="16" name="Rectangle 8">
            <a:extLst>
              <a:ext uri="{FF2B5EF4-FFF2-40B4-BE49-F238E27FC236}">
                <a16:creationId xmlns:a16="http://schemas.microsoft.com/office/drawing/2014/main" id="{549E380C-256B-4730-8A40-C18E8D3C448D}"/>
              </a:ext>
            </a:extLst>
          </p:cNvPr>
          <p:cNvSpPr txBox="1">
            <a:spLocks noChangeArrowheads="1"/>
          </p:cNvSpPr>
          <p:nvPr/>
        </p:nvSpPr>
        <p:spPr bwMode="auto">
          <a:xfrm>
            <a:off x="701799" y="4653136"/>
            <a:ext cx="7835932" cy="1016000"/>
          </a:xfrm>
          <a:prstGeom prst="rect">
            <a:avLst/>
          </a:prstGeom>
          <a:solidFill>
            <a:schemeClr val="accent2"/>
          </a:solidFill>
          <a:ln w="19050">
            <a:solidFill>
              <a:schemeClr val="accent4"/>
            </a:solidFill>
          </a:ln>
          <a:effectLst>
            <a:outerShdw blurRad="50800" dist="38100" dir="2700000" algn="tl" rotWithShape="0">
              <a:prstClr val="black">
                <a:alpha val="40000"/>
              </a:prstClr>
            </a:outerShdw>
          </a:effectLst>
        </p:spPr>
        <p:txBody>
          <a:bodyPr/>
          <a:lstStyle>
            <a:lvl1pPr>
              <a:spcBef>
                <a:spcPct val="20000"/>
              </a:spcBef>
              <a:buChar char="•"/>
              <a:defRPr kumimoji="1" sz="3200">
                <a:solidFill>
                  <a:schemeClr val="tx1"/>
                </a:solidFill>
                <a:latin typeface="Times New Roman" pitchFamily="18" charset="0"/>
                <a:ea typeface="ＭＳ Ｐゴシック" pitchFamily="50" charset="-128"/>
              </a:defRPr>
            </a:lvl1pPr>
            <a:lvl2pPr marL="742950" indent="-285750">
              <a:spcBef>
                <a:spcPct val="20000"/>
              </a:spcBef>
              <a:buChar char="–"/>
              <a:defRPr kumimoji="1" sz="2800">
                <a:solidFill>
                  <a:schemeClr val="tx1"/>
                </a:solidFill>
                <a:latin typeface="Times New Roman" pitchFamily="18" charset="0"/>
                <a:ea typeface="ＭＳ Ｐゴシック" pitchFamily="50" charset="-128"/>
              </a:defRPr>
            </a:lvl2pPr>
            <a:lvl3pPr marL="1143000" indent="-228600">
              <a:spcBef>
                <a:spcPct val="20000"/>
              </a:spcBef>
              <a:buChar char="•"/>
              <a:defRPr kumimoji="1" sz="2400">
                <a:solidFill>
                  <a:schemeClr val="tx1"/>
                </a:solidFill>
                <a:latin typeface="Times New Roman" pitchFamily="18" charset="0"/>
                <a:ea typeface="ＭＳ Ｐゴシック" pitchFamily="50" charset="-128"/>
              </a:defRPr>
            </a:lvl3pPr>
            <a:lvl4pPr marL="1600200" indent="-228600">
              <a:spcBef>
                <a:spcPct val="20000"/>
              </a:spcBef>
              <a:buChar char="–"/>
              <a:defRPr kumimoji="1" sz="2000">
                <a:solidFill>
                  <a:schemeClr val="tx1"/>
                </a:solidFill>
                <a:latin typeface="Times New Roman" pitchFamily="18" charset="0"/>
                <a:ea typeface="ＭＳ Ｐゴシック" pitchFamily="50" charset="-128"/>
              </a:defRPr>
            </a:lvl4pPr>
            <a:lvl5pPr marL="2057400" indent="-22860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marL="457200" indent="-457200" eaLnBrk="1" hangingPunct="1">
              <a:buFont typeface="Wingdings" panose="05000000000000000000" pitchFamily="2" charset="2"/>
              <a:buChar char="ü"/>
              <a:defRPr/>
            </a:pPr>
            <a:r>
              <a:rPr lang="ja-JP" altLang="en-US" sz="2800" b="1" dirty="0">
                <a:solidFill>
                  <a:srgbClr val="FFFF00"/>
                </a:solidFill>
                <a:latin typeface="+mn-lt"/>
              </a:rPr>
              <a:t>自分自身でスクリプト</a:t>
            </a:r>
            <a:r>
              <a:rPr lang="en-US" altLang="ja-JP" sz="2800" b="1" dirty="0">
                <a:solidFill>
                  <a:srgbClr val="FFFF00"/>
                </a:solidFill>
                <a:latin typeface="+mn-lt"/>
              </a:rPr>
              <a:t>(script)</a:t>
            </a:r>
            <a:r>
              <a:rPr lang="ja-JP" altLang="en-US" sz="2800" b="1" dirty="0">
                <a:solidFill>
                  <a:srgbClr val="FFFF00"/>
                </a:solidFill>
                <a:latin typeface="+mn-lt"/>
              </a:rPr>
              <a:t>ファイルを作成する</a:t>
            </a:r>
            <a:endParaRPr lang="en-US" altLang="ja-JP" sz="2800" b="1" dirty="0">
              <a:solidFill>
                <a:srgbClr val="FFFF00"/>
              </a:solidFill>
              <a:latin typeface="+mn-lt"/>
            </a:endParaRPr>
          </a:p>
          <a:p>
            <a:pPr marL="457200" indent="-457200" eaLnBrk="1" hangingPunct="1">
              <a:buFont typeface="Wingdings" panose="05000000000000000000" pitchFamily="2" charset="2"/>
              <a:buChar char="ü"/>
              <a:defRPr/>
            </a:pPr>
            <a:r>
              <a:rPr lang="en-US" altLang="ja-JP" sz="2800" b="1" dirty="0">
                <a:solidFill>
                  <a:srgbClr val="FFFF00"/>
                </a:solidFill>
                <a:latin typeface="+mn-lt"/>
              </a:rPr>
              <a:t>“autorun.bat” or “autorun.sh”</a:t>
            </a:r>
            <a:r>
              <a:rPr lang="ja-JP" altLang="en-US" sz="2800" b="1" dirty="0">
                <a:solidFill>
                  <a:srgbClr val="FFFF00"/>
                </a:solidFill>
                <a:latin typeface="+mn-lt"/>
              </a:rPr>
              <a:t>を利用する</a:t>
            </a:r>
            <a:endParaRPr lang="en-US" altLang="ja-JP" sz="2800" b="1" dirty="0">
              <a:solidFill>
                <a:srgbClr val="FFFF00"/>
              </a:solidFill>
              <a:latin typeface="+mn-l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3158235-822F-4C06-B9B2-CAF03985C737}"/>
              </a:ext>
            </a:extLst>
          </p:cNvPr>
          <p:cNvSpPr txBox="1">
            <a:spLocks noChangeArrowheads="1"/>
          </p:cNvSpPr>
          <p:nvPr/>
        </p:nvSpPr>
        <p:spPr bwMode="auto">
          <a:xfrm>
            <a:off x="228599" y="188640"/>
            <a:ext cx="868680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charset="0"/>
                <a:ea typeface="ＭＳ Ｐゴシック" pitchFamily="50" charset="-128"/>
              </a:defRPr>
            </a:lvl9pPr>
          </a:lstStyle>
          <a:p>
            <a:pPr eaLnBrk="1" hangingPunct="1">
              <a:defRPr/>
            </a:pPr>
            <a:r>
              <a:rPr lang="ja-JP" altLang="en-US" sz="4800" kern="0" dirty="0">
                <a:solidFill>
                  <a:schemeClr val="tx1"/>
                </a:solidFill>
                <a:latin typeface="+mn-lt"/>
                <a:cs typeface="Arial" charset="0"/>
              </a:rPr>
              <a:t>本実習の流れ</a:t>
            </a:r>
          </a:p>
        </p:txBody>
      </p:sp>
      <p:sp>
        <p:nvSpPr>
          <p:cNvPr id="7" name="Rectangle 3">
            <a:extLst>
              <a:ext uri="{FF2B5EF4-FFF2-40B4-BE49-F238E27FC236}">
                <a16:creationId xmlns:a16="http://schemas.microsoft.com/office/drawing/2014/main" id="{B13CA4A5-AB8F-4333-9D53-631216AC6CAB}"/>
              </a:ext>
            </a:extLst>
          </p:cNvPr>
          <p:cNvSpPr>
            <a:spLocks noChangeArrowheads="1"/>
          </p:cNvSpPr>
          <p:nvPr/>
        </p:nvSpPr>
        <p:spPr bwMode="auto">
          <a:xfrm>
            <a:off x="1626833" y="2026816"/>
            <a:ext cx="5890332" cy="2804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spcBef>
                <a:spcPct val="20000"/>
              </a:spcBef>
              <a:buChar char="•"/>
              <a:defRPr kumimoji="1" sz="3200">
                <a:solidFill>
                  <a:schemeClr val="tx1"/>
                </a:solidFill>
                <a:latin typeface="Times New Roman" pitchFamily="18" charset="0"/>
                <a:ea typeface="ＭＳ Ｐゴシック" pitchFamily="50" charset="-128"/>
              </a:defRPr>
            </a:lvl1pPr>
            <a:lvl2pPr marL="914400" indent="-457200">
              <a:spcBef>
                <a:spcPct val="20000"/>
              </a:spcBef>
              <a:buChar char="–"/>
              <a:defRPr kumimoji="1" sz="2800">
                <a:solidFill>
                  <a:schemeClr val="tx1"/>
                </a:solidFill>
                <a:latin typeface="Times New Roman" pitchFamily="18" charset="0"/>
                <a:ea typeface="ＭＳ Ｐゴシック" pitchFamily="50" charset="-128"/>
              </a:defRPr>
            </a:lvl2pPr>
            <a:lvl3pPr marL="1143000" indent="-228600">
              <a:spcBef>
                <a:spcPct val="20000"/>
              </a:spcBef>
              <a:buChar char="•"/>
              <a:defRPr kumimoji="1" sz="2400">
                <a:solidFill>
                  <a:schemeClr val="tx1"/>
                </a:solidFill>
                <a:latin typeface="Times New Roman" pitchFamily="18" charset="0"/>
                <a:ea typeface="ＭＳ Ｐゴシック" pitchFamily="50" charset="-128"/>
              </a:defRPr>
            </a:lvl3pPr>
            <a:lvl4pPr marL="1600200" indent="-228600">
              <a:spcBef>
                <a:spcPct val="20000"/>
              </a:spcBef>
              <a:buChar char="–"/>
              <a:defRPr kumimoji="1" sz="2000">
                <a:solidFill>
                  <a:schemeClr val="tx1"/>
                </a:solidFill>
                <a:latin typeface="Times New Roman" pitchFamily="18" charset="0"/>
                <a:ea typeface="ＭＳ Ｐゴシック" pitchFamily="50" charset="-128"/>
              </a:defRPr>
            </a:lvl4pPr>
            <a:lvl5pPr marL="2057400" indent="-22860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marL="432000" lvl="1" indent="-571500" eaLnBrk="1" hangingPunct="1">
              <a:buFont typeface="Wingdings" panose="05000000000000000000" pitchFamily="2" charset="2"/>
              <a:buChar char="ü"/>
              <a:defRPr/>
            </a:pPr>
            <a:endParaRPr lang="en-US" altLang="ja-JP" sz="3600" dirty="0">
              <a:solidFill>
                <a:srgbClr val="000000"/>
              </a:solidFill>
              <a:latin typeface="+mn-lt"/>
              <a:cs typeface="Arial" charset="0"/>
            </a:endParaRPr>
          </a:p>
        </p:txBody>
      </p:sp>
      <p:sp>
        <p:nvSpPr>
          <p:cNvPr id="2" name="テキスト ボックス 1">
            <a:extLst>
              <a:ext uri="{FF2B5EF4-FFF2-40B4-BE49-F238E27FC236}">
                <a16:creationId xmlns:a16="http://schemas.microsoft.com/office/drawing/2014/main" id="{1CB0D7DE-DBB1-4080-96FC-90AF84878BC2}"/>
              </a:ext>
            </a:extLst>
          </p:cNvPr>
          <p:cNvSpPr txBox="1"/>
          <p:nvPr/>
        </p:nvSpPr>
        <p:spPr>
          <a:xfrm>
            <a:off x="899592" y="1916832"/>
            <a:ext cx="7697695" cy="2769989"/>
          </a:xfrm>
          <a:prstGeom prst="rect">
            <a:avLst/>
          </a:prstGeom>
          <a:noFill/>
        </p:spPr>
        <p:txBody>
          <a:bodyPr wrap="square" rtlCol="0">
            <a:spAutoFit/>
          </a:bodyPr>
          <a:lstStyle/>
          <a:p>
            <a:pPr marL="457200" indent="-457200">
              <a:spcBef>
                <a:spcPts val="1200"/>
              </a:spcBef>
              <a:buFont typeface="Wingdings" panose="05000000000000000000" pitchFamily="2" charset="2"/>
              <a:buChar char="ü"/>
            </a:pPr>
            <a:r>
              <a:rPr kumimoji="1" lang="ja-JP" altLang="en-US" sz="3600" dirty="0">
                <a:solidFill>
                  <a:srgbClr val="FF0000"/>
                </a:solidFill>
              </a:rPr>
              <a:t>自作スクリプトファイルの利用方法</a:t>
            </a:r>
            <a:endParaRPr kumimoji="1" lang="en-US" altLang="ja-JP" sz="3600" dirty="0">
              <a:solidFill>
                <a:srgbClr val="FF0000"/>
              </a:solidFill>
            </a:endParaRPr>
          </a:p>
          <a:p>
            <a:pPr marL="457200" indent="-457200">
              <a:spcBef>
                <a:spcPts val="1200"/>
              </a:spcBef>
              <a:buFont typeface="Wingdings" panose="05000000000000000000" pitchFamily="2" charset="2"/>
              <a:buChar char="ü"/>
            </a:pPr>
            <a:r>
              <a:rPr kumimoji="1" lang="en-US" altLang="ja-JP" sz="3600" dirty="0"/>
              <a:t>autorun.bat/</a:t>
            </a:r>
            <a:r>
              <a:rPr kumimoji="1" lang="en-US" altLang="ja-JP" sz="3600" dirty="0" err="1"/>
              <a:t>sh</a:t>
            </a:r>
            <a:r>
              <a:rPr kumimoji="1" lang="ja-JP" altLang="en-US" sz="3600" dirty="0"/>
              <a:t>の利用方法</a:t>
            </a:r>
            <a:endParaRPr kumimoji="1" lang="en-US" altLang="ja-JP" sz="3600" dirty="0"/>
          </a:p>
          <a:p>
            <a:pPr marL="457200" indent="-457200">
              <a:spcBef>
                <a:spcPts val="1200"/>
              </a:spcBef>
              <a:buFont typeface="Wingdings" panose="05000000000000000000" pitchFamily="2" charset="2"/>
              <a:buChar char="ü"/>
            </a:pPr>
            <a:r>
              <a:rPr kumimoji="1" lang="en-US" altLang="ja-JP" sz="3600" dirty="0"/>
              <a:t>[</a:t>
            </a:r>
            <a:r>
              <a:rPr kumimoji="1" lang="en-US" altLang="ja-JP" sz="3600" dirty="0" err="1"/>
              <a:t>anatally</a:t>
            </a:r>
            <a:r>
              <a:rPr kumimoji="1" lang="en-US" altLang="ja-JP" sz="3600" dirty="0"/>
              <a:t>]</a:t>
            </a:r>
            <a:r>
              <a:rPr kumimoji="1" lang="ja-JP" altLang="en-US" sz="3600" dirty="0"/>
              <a:t>と</a:t>
            </a:r>
            <a:r>
              <a:rPr kumimoji="1" lang="en-US" altLang="ja-JP" sz="3600" dirty="0"/>
              <a:t>ANOVA</a:t>
            </a:r>
            <a:r>
              <a:rPr kumimoji="1" lang="ja-JP" altLang="en-US" sz="3600" dirty="0"/>
              <a:t>の利用方法</a:t>
            </a:r>
            <a:endParaRPr kumimoji="1" lang="en-US" altLang="ja-JP" sz="3600" dirty="0"/>
          </a:p>
          <a:p>
            <a:pPr marL="457200" indent="-457200">
              <a:spcBef>
                <a:spcPts val="1200"/>
              </a:spcBef>
              <a:buFont typeface="Wingdings" panose="05000000000000000000" pitchFamily="2" charset="2"/>
              <a:buChar char="ü"/>
            </a:pPr>
            <a:r>
              <a:rPr lang="ja-JP" altLang="en-US" sz="3600" dirty="0"/>
              <a:t>まとめ</a:t>
            </a:r>
            <a:endParaRPr kumimoji="1" lang="ja-JP" altLang="en-US" sz="3600" dirty="0"/>
          </a:p>
        </p:txBody>
      </p:sp>
    </p:spTree>
    <p:extLst>
      <p:ext uri="{BB962C8B-B14F-4D97-AF65-F5344CB8AC3E}">
        <p14:creationId xmlns:p14="http://schemas.microsoft.com/office/powerpoint/2010/main" val="17936808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2">
            <a:extLst>
              <a:ext uri="{FF2B5EF4-FFF2-40B4-BE49-F238E27FC236}">
                <a16:creationId xmlns:a16="http://schemas.microsoft.com/office/drawing/2014/main" id="{A426E410-C5E5-439A-A9E9-5DD834B1C9D6}"/>
              </a:ext>
            </a:extLst>
          </p:cNvPr>
          <p:cNvSpPr>
            <a:spLocks noGrp="1" noChangeArrowheads="1"/>
          </p:cNvSpPr>
          <p:nvPr>
            <p:ph type="title" idx="4294967295"/>
          </p:nvPr>
        </p:nvSpPr>
        <p:spPr>
          <a:xfrm>
            <a:off x="0" y="34176"/>
            <a:ext cx="8892480" cy="786736"/>
          </a:xfrm>
          <a:prstGeom prst="rect">
            <a:avLst/>
          </a:prstGeom>
        </p:spPr>
        <p:txBody>
          <a:bodyPr/>
          <a:lstStyle/>
          <a:p>
            <a:pPr eaLnBrk="1" hangingPunct="1">
              <a:defRPr/>
            </a:pPr>
            <a:r>
              <a:rPr lang="ja-JP" altLang="en-US" dirty="0">
                <a:latin typeface="+mn-lt"/>
                <a:cs typeface="Arial" charset="0"/>
              </a:rPr>
              <a:t>スクリプト（</a:t>
            </a:r>
            <a:r>
              <a:rPr lang="en-US" altLang="ja-JP" dirty="0">
                <a:latin typeface="+mn-lt"/>
                <a:cs typeface="Arial" charset="0"/>
              </a:rPr>
              <a:t>script</a:t>
            </a:r>
            <a:r>
              <a:rPr lang="ja-JP" altLang="en-US" dirty="0">
                <a:latin typeface="+mn-lt"/>
                <a:cs typeface="Arial" charset="0"/>
              </a:rPr>
              <a:t>）ファイルって何</a:t>
            </a:r>
            <a:r>
              <a:rPr lang="en-US" altLang="ja-JP" dirty="0">
                <a:latin typeface="+mn-lt"/>
                <a:cs typeface="Arial" charset="0"/>
              </a:rPr>
              <a:t>?</a:t>
            </a:r>
            <a:endParaRPr lang="ja-JP" altLang="en-US" dirty="0">
              <a:latin typeface="+mn-lt"/>
              <a:cs typeface="Arial" charset="0"/>
            </a:endParaRPr>
          </a:p>
        </p:txBody>
      </p:sp>
      <p:sp>
        <p:nvSpPr>
          <p:cNvPr id="7" name="テキスト ボックス 6">
            <a:extLst>
              <a:ext uri="{FF2B5EF4-FFF2-40B4-BE49-F238E27FC236}">
                <a16:creationId xmlns:a16="http://schemas.microsoft.com/office/drawing/2014/main" id="{6DF0B379-C0B9-42E7-AAD2-065B5B7417FD}"/>
              </a:ext>
            </a:extLst>
          </p:cNvPr>
          <p:cNvSpPr txBox="1"/>
          <p:nvPr/>
        </p:nvSpPr>
        <p:spPr>
          <a:xfrm>
            <a:off x="681374" y="857543"/>
            <a:ext cx="8211106" cy="830997"/>
          </a:xfrm>
          <a:prstGeom prst="rect">
            <a:avLst/>
          </a:prstGeom>
          <a:noFill/>
        </p:spPr>
        <p:txBody>
          <a:bodyPr wrap="square">
            <a:spAutoFit/>
          </a:bodyPr>
          <a:lstStyle/>
          <a:p>
            <a:pPr marL="0" indent="0" eaLnBrk="1" hangingPunct="1">
              <a:buFontTx/>
              <a:buNone/>
              <a:defRPr/>
            </a:pPr>
            <a:r>
              <a:rPr lang="ja-JP" altLang="en-US" sz="2400" dirty="0">
                <a:cs typeface="Arial" pitchFamily="34" charset="0"/>
              </a:rPr>
              <a:t>コマンドプロンプト（</a:t>
            </a:r>
            <a:r>
              <a:rPr lang="en-US" altLang="ja-JP" sz="2400" dirty="0">
                <a:cs typeface="Arial" pitchFamily="34" charset="0"/>
              </a:rPr>
              <a:t>Windows</a:t>
            </a:r>
            <a:r>
              <a:rPr lang="ja-JP" altLang="en-US" sz="2400" dirty="0">
                <a:cs typeface="Arial" pitchFamily="34" charset="0"/>
              </a:rPr>
              <a:t>）もしくはターミナル（</a:t>
            </a:r>
            <a:r>
              <a:rPr lang="en-US" altLang="ja-JP" sz="2400" dirty="0">
                <a:cs typeface="Arial" pitchFamily="34" charset="0"/>
              </a:rPr>
              <a:t>Mac/Linux</a:t>
            </a:r>
            <a:r>
              <a:rPr lang="ja-JP" altLang="en-US" sz="2400" dirty="0">
                <a:cs typeface="Arial" pitchFamily="34" charset="0"/>
              </a:rPr>
              <a:t>）上で実行するコマンド（命令）が書かれたテキストファイル</a:t>
            </a:r>
            <a:endParaRPr lang="en-US" altLang="ja-JP" sz="2400" dirty="0">
              <a:cs typeface="Arial" pitchFamily="34" charset="0"/>
            </a:endParaRPr>
          </a:p>
        </p:txBody>
      </p:sp>
      <p:sp>
        <p:nvSpPr>
          <p:cNvPr id="9" name="テキスト ボックス 8">
            <a:extLst>
              <a:ext uri="{FF2B5EF4-FFF2-40B4-BE49-F238E27FC236}">
                <a16:creationId xmlns:a16="http://schemas.microsoft.com/office/drawing/2014/main" id="{2FAB60EC-1933-487F-B2A6-74AE980284B8}"/>
              </a:ext>
            </a:extLst>
          </p:cNvPr>
          <p:cNvSpPr txBox="1"/>
          <p:nvPr/>
        </p:nvSpPr>
        <p:spPr>
          <a:xfrm>
            <a:off x="1898179" y="1666219"/>
            <a:ext cx="5040560" cy="830997"/>
          </a:xfrm>
          <a:prstGeom prst="rect">
            <a:avLst/>
          </a:prstGeom>
          <a:noFill/>
        </p:spPr>
        <p:txBody>
          <a:bodyPr wrap="square">
            <a:spAutoFit/>
          </a:bodyPr>
          <a:lstStyle/>
          <a:p>
            <a:pPr marL="342900" indent="-342900" eaLnBrk="1" hangingPunct="1">
              <a:buFont typeface="Wingdings" panose="05000000000000000000" pitchFamily="2" charset="2"/>
              <a:buChar char="ü"/>
              <a:defRPr/>
            </a:pPr>
            <a:r>
              <a:rPr lang="en-US" altLang="ja-JP" sz="2400" dirty="0">
                <a:solidFill>
                  <a:schemeClr val="accent2"/>
                </a:solidFill>
                <a:cs typeface="Arial" pitchFamily="34" charset="0"/>
              </a:rPr>
              <a:t>Windows</a:t>
            </a:r>
            <a:r>
              <a:rPr lang="en-US" altLang="ja-JP" sz="2400" dirty="0">
                <a:cs typeface="Arial" pitchFamily="34" charset="0"/>
              </a:rPr>
              <a:t>: </a:t>
            </a:r>
            <a:r>
              <a:rPr lang="ja-JP" altLang="en-US" sz="2400" dirty="0">
                <a:cs typeface="Arial" pitchFamily="34" charset="0"/>
              </a:rPr>
              <a:t>バッチファイル</a:t>
            </a:r>
            <a:r>
              <a:rPr lang="en-US" altLang="ja-JP" sz="2400" dirty="0">
                <a:cs typeface="Arial" pitchFamily="34" charset="0"/>
              </a:rPr>
              <a:t> (*.bat)</a:t>
            </a:r>
          </a:p>
          <a:p>
            <a:pPr marL="342900" indent="-342900" eaLnBrk="1" hangingPunct="1">
              <a:buFont typeface="Wingdings" panose="05000000000000000000" pitchFamily="2" charset="2"/>
              <a:buChar char="ü"/>
              <a:defRPr/>
            </a:pPr>
            <a:r>
              <a:rPr lang="en-US" altLang="ja-JP" sz="2400" dirty="0">
                <a:solidFill>
                  <a:schemeClr val="accent2"/>
                </a:solidFill>
                <a:cs typeface="Arial" pitchFamily="34" charset="0"/>
              </a:rPr>
              <a:t>*Mac/Linux</a:t>
            </a:r>
            <a:r>
              <a:rPr lang="en-US" altLang="ja-JP" sz="2400" dirty="0">
                <a:cs typeface="Arial" pitchFamily="34" charset="0"/>
              </a:rPr>
              <a:t>:</a:t>
            </a:r>
            <a:r>
              <a:rPr lang="ja-JP" altLang="en-US" sz="2400" dirty="0">
                <a:cs typeface="Arial" pitchFamily="34" charset="0"/>
              </a:rPr>
              <a:t> シェルスクリプト</a:t>
            </a:r>
            <a:r>
              <a:rPr lang="en-US" altLang="ja-JP" sz="2400" dirty="0">
                <a:cs typeface="Arial" pitchFamily="34" charset="0"/>
              </a:rPr>
              <a:t> (*.</a:t>
            </a:r>
            <a:r>
              <a:rPr lang="en-US" altLang="ja-JP" sz="2400" dirty="0" err="1">
                <a:cs typeface="Arial" pitchFamily="34" charset="0"/>
              </a:rPr>
              <a:t>sh</a:t>
            </a:r>
            <a:r>
              <a:rPr lang="en-US" altLang="ja-JP" sz="2400" dirty="0">
                <a:cs typeface="Arial" pitchFamily="34" charset="0"/>
              </a:rPr>
              <a:t>)</a:t>
            </a:r>
          </a:p>
        </p:txBody>
      </p:sp>
      <p:sp>
        <p:nvSpPr>
          <p:cNvPr id="10" name="Rectangle 8">
            <a:extLst>
              <a:ext uri="{FF2B5EF4-FFF2-40B4-BE49-F238E27FC236}">
                <a16:creationId xmlns:a16="http://schemas.microsoft.com/office/drawing/2014/main" id="{FC5C2F5F-3491-402E-AA1E-59C1CDDA4760}"/>
              </a:ext>
            </a:extLst>
          </p:cNvPr>
          <p:cNvSpPr txBox="1">
            <a:spLocks noChangeArrowheads="1"/>
          </p:cNvSpPr>
          <p:nvPr/>
        </p:nvSpPr>
        <p:spPr bwMode="auto">
          <a:xfrm>
            <a:off x="251520" y="2567707"/>
            <a:ext cx="8530246" cy="504056"/>
          </a:xfrm>
          <a:prstGeom prst="rect">
            <a:avLst/>
          </a:prstGeom>
          <a:solidFill>
            <a:schemeClr val="accent2"/>
          </a:solidFill>
          <a:ln w="19050">
            <a:solidFill>
              <a:schemeClr val="accent4"/>
            </a:solidFill>
          </a:ln>
          <a:effectLst>
            <a:outerShdw blurRad="50800" dist="38100" dir="2700000" algn="tl" rotWithShape="0">
              <a:prstClr val="black">
                <a:alpha val="40000"/>
              </a:prstClr>
            </a:outerShdw>
          </a:effectLst>
        </p:spPr>
        <p:txBody>
          <a:bodyPr/>
          <a:lstStyle>
            <a:lvl1pPr>
              <a:spcBef>
                <a:spcPct val="20000"/>
              </a:spcBef>
              <a:buChar char="•"/>
              <a:defRPr kumimoji="1" sz="3200">
                <a:solidFill>
                  <a:schemeClr val="tx1"/>
                </a:solidFill>
                <a:latin typeface="Times New Roman" pitchFamily="18" charset="0"/>
                <a:ea typeface="ＭＳ Ｐゴシック" pitchFamily="50" charset="-128"/>
              </a:defRPr>
            </a:lvl1pPr>
            <a:lvl2pPr marL="742950" indent="-285750">
              <a:spcBef>
                <a:spcPct val="20000"/>
              </a:spcBef>
              <a:buChar char="–"/>
              <a:defRPr kumimoji="1" sz="2800">
                <a:solidFill>
                  <a:schemeClr val="tx1"/>
                </a:solidFill>
                <a:latin typeface="Times New Roman" pitchFamily="18" charset="0"/>
                <a:ea typeface="ＭＳ Ｐゴシック" pitchFamily="50" charset="-128"/>
              </a:defRPr>
            </a:lvl2pPr>
            <a:lvl3pPr marL="1143000" indent="-228600">
              <a:spcBef>
                <a:spcPct val="20000"/>
              </a:spcBef>
              <a:buChar char="•"/>
              <a:defRPr kumimoji="1" sz="2400">
                <a:solidFill>
                  <a:schemeClr val="tx1"/>
                </a:solidFill>
                <a:latin typeface="Times New Roman" pitchFamily="18" charset="0"/>
                <a:ea typeface="ＭＳ Ｐゴシック" pitchFamily="50" charset="-128"/>
              </a:defRPr>
            </a:lvl3pPr>
            <a:lvl4pPr marL="1600200" indent="-228600">
              <a:spcBef>
                <a:spcPct val="20000"/>
              </a:spcBef>
              <a:buChar char="–"/>
              <a:defRPr kumimoji="1" sz="2000">
                <a:solidFill>
                  <a:schemeClr val="tx1"/>
                </a:solidFill>
                <a:latin typeface="Times New Roman" pitchFamily="18" charset="0"/>
                <a:ea typeface="ＭＳ Ｐゴシック" pitchFamily="50" charset="-128"/>
              </a:defRPr>
            </a:lvl4pPr>
            <a:lvl5pPr marL="2057400" indent="-22860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buFontTx/>
              <a:buNone/>
              <a:defRPr/>
            </a:pPr>
            <a:r>
              <a:rPr lang="ja-JP" altLang="en-US" sz="2400" b="1" dirty="0">
                <a:solidFill>
                  <a:srgbClr val="FFFF00"/>
                </a:solidFill>
                <a:latin typeface="+mn-lt"/>
              </a:rPr>
              <a:t>バッチファイルとシェルスクリプトの文法は似ているが多少異なる</a:t>
            </a:r>
            <a:endParaRPr lang="en-US" altLang="ja-JP" sz="2400" b="1" dirty="0">
              <a:solidFill>
                <a:srgbClr val="FFFF00"/>
              </a:solidFill>
              <a:latin typeface="+mn-lt"/>
            </a:endParaRPr>
          </a:p>
        </p:txBody>
      </p:sp>
      <p:sp>
        <p:nvSpPr>
          <p:cNvPr id="13" name="テキスト ボックス 12">
            <a:extLst>
              <a:ext uri="{FF2B5EF4-FFF2-40B4-BE49-F238E27FC236}">
                <a16:creationId xmlns:a16="http://schemas.microsoft.com/office/drawing/2014/main" id="{923652B3-1906-4059-9EB9-42A8A1EAB6D1}"/>
              </a:ext>
            </a:extLst>
          </p:cNvPr>
          <p:cNvSpPr txBox="1"/>
          <p:nvPr/>
        </p:nvSpPr>
        <p:spPr>
          <a:xfrm>
            <a:off x="68550" y="3201432"/>
            <a:ext cx="9084538" cy="400110"/>
          </a:xfrm>
          <a:prstGeom prst="rect">
            <a:avLst/>
          </a:prstGeom>
          <a:noFill/>
        </p:spPr>
        <p:txBody>
          <a:bodyPr wrap="square">
            <a:spAutoFit/>
          </a:bodyPr>
          <a:lstStyle/>
          <a:p>
            <a:pPr marL="0" indent="0" algn="ctr" eaLnBrk="1" hangingPunct="1">
              <a:buFontTx/>
              <a:buNone/>
              <a:defRPr/>
            </a:pPr>
            <a:r>
              <a:rPr lang="en-US" altLang="ja-JP" sz="2000" dirty="0">
                <a:cs typeface="Arial" pitchFamily="34" charset="0"/>
              </a:rPr>
              <a:t>PHITS</a:t>
            </a:r>
            <a:r>
              <a:rPr lang="ja-JP" altLang="en-US" sz="2000" dirty="0">
                <a:cs typeface="Arial" pitchFamily="34" charset="0"/>
              </a:rPr>
              <a:t>を実行する際に利用している</a:t>
            </a:r>
            <a:r>
              <a:rPr lang="en-US" altLang="ja-JP" sz="2000" dirty="0">
                <a:cs typeface="Arial" pitchFamily="34" charset="0"/>
              </a:rPr>
              <a:t>/</a:t>
            </a:r>
            <a:r>
              <a:rPr lang="en-US" altLang="ja-JP" sz="2000" dirty="0" err="1">
                <a:cs typeface="Arial" pitchFamily="34" charset="0"/>
              </a:rPr>
              <a:t>phits</a:t>
            </a:r>
            <a:r>
              <a:rPr lang="en-US" altLang="ja-JP" sz="2000" dirty="0">
                <a:cs typeface="Arial" pitchFamily="34" charset="0"/>
              </a:rPr>
              <a:t>/bin/phits.bat</a:t>
            </a:r>
            <a:r>
              <a:rPr lang="ja-JP" altLang="en-US" sz="2000" dirty="0">
                <a:cs typeface="Arial" pitchFamily="34" charset="0"/>
              </a:rPr>
              <a:t> </a:t>
            </a:r>
            <a:r>
              <a:rPr lang="en-US" altLang="ja-JP" sz="2000" dirty="0">
                <a:cs typeface="Arial" pitchFamily="34" charset="0"/>
              </a:rPr>
              <a:t>or</a:t>
            </a:r>
            <a:r>
              <a:rPr lang="ja-JP" altLang="en-US" sz="2000" dirty="0">
                <a:cs typeface="Arial" pitchFamily="34" charset="0"/>
              </a:rPr>
              <a:t> </a:t>
            </a:r>
            <a:r>
              <a:rPr lang="en-US" altLang="ja-JP" sz="2000" dirty="0">
                <a:cs typeface="Arial" pitchFamily="34" charset="0"/>
              </a:rPr>
              <a:t>phits.sh</a:t>
            </a:r>
            <a:r>
              <a:rPr lang="ja-JP" altLang="en-US" sz="2000" dirty="0">
                <a:cs typeface="Arial" pitchFamily="34" charset="0"/>
              </a:rPr>
              <a:t>もスクリプトファイル</a:t>
            </a:r>
            <a:endParaRPr lang="en-US" altLang="ja-JP" sz="2000" dirty="0">
              <a:cs typeface="Arial" pitchFamily="34" charset="0"/>
            </a:endParaRPr>
          </a:p>
        </p:txBody>
      </p:sp>
      <p:sp>
        <p:nvSpPr>
          <p:cNvPr id="14" name="Text Box 1031">
            <a:extLst>
              <a:ext uri="{FF2B5EF4-FFF2-40B4-BE49-F238E27FC236}">
                <a16:creationId xmlns:a16="http://schemas.microsoft.com/office/drawing/2014/main" id="{9EE4A080-6F98-45DC-80A2-55AF375BE0F9}"/>
              </a:ext>
            </a:extLst>
          </p:cNvPr>
          <p:cNvSpPr txBox="1">
            <a:spLocks noChangeArrowheads="1"/>
          </p:cNvSpPr>
          <p:nvPr/>
        </p:nvSpPr>
        <p:spPr bwMode="auto">
          <a:xfrm>
            <a:off x="2339752" y="3767749"/>
            <a:ext cx="4896544" cy="1008864"/>
          </a:xfrm>
          <a:prstGeom prst="rect">
            <a:avLst/>
          </a:prstGeom>
          <a:solidFill>
            <a:schemeClr val="bg1"/>
          </a:solidFill>
          <a:ln w="19050">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1400" dirty="0">
                <a:solidFill>
                  <a:srgbClr val="000000"/>
                </a:solidFill>
                <a:latin typeface="Tahoma" panose="020B0604030504040204" pitchFamily="34" charset="0"/>
              </a:rPr>
              <a:t>@echo off</a:t>
            </a:r>
          </a:p>
          <a:p>
            <a:pPr eaLnBrk="1" hangingPunct="1">
              <a:spcBef>
                <a:spcPct val="0"/>
              </a:spcBef>
              <a:buFontTx/>
              <a:buNone/>
            </a:pPr>
            <a:r>
              <a:rPr lang="en-US" altLang="ja-JP" sz="1400" dirty="0">
                <a:solidFill>
                  <a:srgbClr val="000000"/>
                </a:solidFill>
                <a:latin typeface="Tahoma" panose="020B0604030504040204" pitchFamily="34" charset="0"/>
              </a:rPr>
              <a:t>title PHITS: %1</a:t>
            </a:r>
          </a:p>
          <a:p>
            <a:pPr eaLnBrk="1" hangingPunct="1">
              <a:spcBef>
                <a:spcPct val="0"/>
              </a:spcBef>
              <a:buFontTx/>
              <a:buNone/>
            </a:pPr>
            <a:r>
              <a:rPr lang="en-US" altLang="ja-JP" sz="1400" dirty="0">
                <a:solidFill>
                  <a:srgbClr val="000000"/>
                </a:solidFill>
                <a:latin typeface="Tahoma" panose="020B0604030504040204" pitchFamily="34" charset="0"/>
              </a:rPr>
              <a:t>set </a:t>
            </a:r>
            <a:r>
              <a:rPr lang="en-US" altLang="ja-JP" sz="1400" dirty="0" err="1">
                <a:solidFill>
                  <a:srgbClr val="000000"/>
                </a:solidFill>
                <a:latin typeface="Tahoma" panose="020B0604030504040204" pitchFamily="34" charset="0"/>
              </a:rPr>
              <a:t>PHITS_Single_EXE</a:t>
            </a:r>
            <a:r>
              <a:rPr lang="en-US" altLang="ja-JP" sz="1400" dirty="0">
                <a:solidFill>
                  <a:srgbClr val="000000"/>
                </a:solidFill>
                <a:latin typeface="Tahoma" panose="020B0604030504040204" pitchFamily="34" charset="0"/>
              </a:rPr>
              <a:t>="C:\phits/bin/phits</a:t>
            </a:r>
            <a:r>
              <a:rPr lang="en-US" altLang="ja-JP" sz="1400" dirty="0">
                <a:solidFill>
                  <a:srgbClr val="FF0000"/>
                </a:solidFill>
                <a:latin typeface="Tahoma" panose="020B0604030504040204" pitchFamily="34" charset="0"/>
              </a:rPr>
              <a:t>324</a:t>
            </a:r>
            <a:r>
              <a:rPr lang="en-US" altLang="ja-JP" sz="1400" dirty="0">
                <a:solidFill>
                  <a:srgbClr val="000000"/>
                </a:solidFill>
                <a:latin typeface="Tahoma" panose="020B0604030504040204" pitchFamily="34" charset="0"/>
              </a:rPr>
              <a:t>_win.exe“</a:t>
            </a:r>
          </a:p>
          <a:p>
            <a:pPr eaLnBrk="1" hangingPunct="1">
              <a:spcBef>
                <a:spcPct val="0"/>
              </a:spcBef>
              <a:buFontTx/>
              <a:buNone/>
            </a:pPr>
            <a:r>
              <a:rPr lang="en-US" altLang="ja-JP" sz="1400" dirty="0">
                <a:solidFill>
                  <a:srgbClr val="000000"/>
                </a:solidFill>
                <a:latin typeface="Tahoma" panose="020B0604030504040204" pitchFamily="34" charset="0"/>
              </a:rPr>
              <a:t>…</a:t>
            </a:r>
            <a:endParaRPr lang="pt-BR" altLang="ja-JP" sz="1400" dirty="0">
              <a:solidFill>
                <a:srgbClr val="000000"/>
              </a:solidFill>
              <a:latin typeface="Tahoma" panose="020B0604030504040204" pitchFamily="34" charset="0"/>
            </a:endParaRPr>
          </a:p>
        </p:txBody>
      </p:sp>
      <p:sp>
        <p:nvSpPr>
          <p:cNvPr id="15" name="Text Box 1030">
            <a:extLst>
              <a:ext uri="{FF2B5EF4-FFF2-40B4-BE49-F238E27FC236}">
                <a16:creationId xmlns:a16="http://schemas.microsoft.com/office/drawing/2014/main" id="{C0B6FD7C-D7B9-425F-B98B-11C25D01545C}"/>
              </a:ext>
            </a:extLst>
          </p:cNvPr>
          <p:cNvSpPr txBox="1">
            <a:spLocks noChangeArrowheads="1"/>
          </p:cNvSpPr>
          <p:nvPr/>
        </p:nvSpPr>
        <p:spPr bwMode="auto">
          <a:xfrm>
            <a:off x="1043608" y="3767749"/>
            <a:ext cx="1167820" cy="40011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2000" dirty="0">
                <a:solidFill>
                  <a:srgbClr val="000000"/>
                </a:solidFill>
                <a:latin typeface="Tahoma" panose="020B0604030504040204" pitchFamily="34" charset="0"/>
              </a:rPr>
              <a:t>phits.bat</a:t>
            </a:r>
          </a:p>
        </p:txBody>
      </p:sp>
      <p:sp>
        <p:nvSpPr>
          <p:cNvPr id="16" name="Text Box 1030">
            <a:extLst>
              <a:ext uri="{FF2B5EF4-FFF2-40B4-BE49-F238E27FC236}">
                <a16:creationId xmlns:a16="http://schemas.microsoft.com/office/drawing/2014/main" id="{C85CEEE7-945B-4CFD-B81D-69C7F9D159C8}"/>
              </a:ext>
            </a:extLst>
          </p:cNvPr>
          <p:cNvSpPr txBox="1">
            <a:spLocks noChangeArrowheads="1"/>
          </p:cNvSpPr>
          <p:nvPr/>
        </p:nvSpPr>
        <p:spPr bwMode="auto">
          <a:xfrm>
            <a:off x="1149406" y="4869160"/>
            <a:ext cx="1062022" cy="40011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2000" dirty="0">
                <a:solidFill>
                  <a:srgbClr val="000000"/>
                </a:solidFill>
                <a:latin typeface="Tahoma" panose="020B0604030504040204" pitchFamily="34" charset="0"/>
              </a:rPr>
              <a:t>phits.sh</a:t>
            </a:r>
          </a:p>
        </p:txBody>
      </p:sp>
      <p:sp>
        <p:nvSpPr>
          <p:cNvPr id="17" name="Text Box 1031">
            <a:extLst>
              <a:ext uri="{FF2B5EF4-FFF2-40B4-BE49-F238E27FC236}">
                <a16:creationId xmlns:a16="http://schemas.microsoft.com/office/drawing/2014/main" id="{0D6FC5BC-A9E0-41E3-A566-63E52D9E1031}"/>
              </a:ext>
            </a:extLst>
          </p:cNvPr>
          <p:cNvSpPr txBox="1">
            <a:spLocks noChangeArrowheads="1"/>
          </p:cNvSpPr>
          <p:nvPr/>
        </p:nvSpPr>
        <p:spPr bwMode="auto">
          <a:xfrm>
            <a:off x="2339752" y="4869160"/>
            <a:ext cx="4896544" cy="1008864"/>
          </a:xfrm>
          <a:prstGeom prst="rect">
            <a:avLst/>
          </a:prstGeom>
          <a:solidFill>
            <a:schemeClr val="bg1"/>
          </a:solidFill>
          <a:ln w="19050">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1400" dirty="0">
                <a:solidFill>
                  <a:srgbClr val="000000"/>
                </a:solidFill>
                <a:latin typeface="Tahoma" panose="020B0604030504040204" pitchFamily="34" charset="0"/>
              </a:rPr>
              <a:t>#!/bin/sh</a:t>
            </a:r>
          </a:p>
          <a:p>
            <a:pPr eaLnBrk="1" hangingPunct="1">
              <a:spcBef>
                <a:spcPct val="0"/>
              </a:spcBef>
              <a:buFontTx/>
              <a:buNone/>
            </a:pPr>
            <a:r>
              <a:rPr lang="en-US" altLang="ja-JP" sz="1400" dirty="0">
                <a:solidFill>
                  <a:srgbClr val="000000"/>
                </a:solidFill>
                <a:latin typeface="Tahoma" panose="020B0604030504040204" pitchFamily="34" charset="0"/>
              </a:rPr>
              <a:t>OMP=1</a:t>
            </a:r>
          </a:p>
          <a:p>
            <a:pPr eaLnBrk="1" hangingPunct="1">
              <a:spcBef>
                <a:spcPct val="0"/>
              </a:spcBef>
              <a:buFontTx/>
              <a:buNone/>
            </a:pPr>
            <a:r>
              <a:rPr lang="en-US" altLang="ja-JP" sz="1400" dirty="0">
                <a:solidFill>
                  <a:srgbClr val="000000"/>
                </a:solidFill>
                <a:latin typeface="Tahoma" panose="020B0604030504040204" pitchFamily="34" charset="0"/>
              </a:rPr>
              <a:t># OMP = 0 -&gt; OpenMP with default OMP_NUM_THREADS</a:t>
            </a:r>
          </a:p>
          <a:p>
            <a:pPr eaLnBrk="1" hangingPunct="1">
              <a:spcBef>
                <a:spcPct val="0"/>
              </a:spcBef>
              <a:buFontTx/>
              <a:buNone/>
            </a:pPr>
            <a:r>
              <a:rPr lang="en-US" altLang="ja-JP" sz="1400" dirty="0">
                <a:solidFill>
                  <a:srgbClr val="000000"/>
                </a:solidFill>
                <a:latin typeface="Tahoma" panose="020B0604030504040204" pitchFamily="34" charset="0"/>
              </a:rPr>
              <a:t>…</a:t>
            </a:r>
            <a:endParaRPr lang="pt-BR" altLang="ja-JP" sz="1400" dirty="0">
              <a:solidFill>
                <a:srgbClr val="000000"/>
              </a:solidFill>
              <a:latin typeface="Tahoma" panose="020B0604030504040204" pitchFamily="34" charset="0"/>
            </a:endParaRPr>
          </a:p>
        </p:txBody>
      </p:sp>
      <p:sp>
        <p:nvSpPr>
          <p:cNvPr id="4" name="テキスト ボックス 3">
            <a:extLst>
              <a:ext uri="{FF2B5EF4-FFF2-40B4-BE49-F238E27FC236}">
                <a16:creationId xmlns:a16="http://schemas.microsoft.com/office/drawing/2014/main" id="{BE70CEC7-2376-445A-B7ED-8F9AAB48D8DD}"/>
              </a:ext>
            </a:extLst>
          </p:cNvPr>
          <p:cNvSpPr txBox="1"/>
          <p:nvPr/>
        </p:nvSpPr>
        <p:spPr>
          <a:xfrm>
            <a:off x="194310" y="5918545"/>
            <a:ext cx="8833018" cy="369332"/>
          </a:xfrm>
          <a:prstGeom prst="rect">
            <a:avLst/>
          </a:prstGeom>
          <a:noFill/>
        </p:spPr>
        <p:txBody>
          <a:bodyPr wrap="square" rtlCol="0">
            <a:spAutoFit/>
          </a:bodyPr>
          <a:lstStyle/>
          <a:p>
            <a:r>
              <a:rPr lang="ja-JP" altLang="en-US" dirty="0">
                <a:solidFill>
                  <a:srgbClr val="FF0000"/>
                </a:solidFill>
              </a:rPr>
              <a:t>別のバージョンの</a:t>
            </a:r>
            <a:r>
              <a:rPr lang="en-US" altLang="ja-JP" dirty="0">
                <a:solidFill>
                  <a:srgbClr val="FF0000"/>
                </a:solidFill>
              </a:rPr>
              <a:t>PHITS</a:t>
            </a:r>
            <a:r>
              <a:rPr lang="ja-JP" altLang="en-US" dirty="0">
                <a:solidFill>
                  <a:srgbClr val="FF0000"/>
                </a:solidFill>
              </a:rPr>
              <a:t>を利用する場合は、スクリプト内に書かれた実行ファイル名を変更</a:t>
            </a:r>
            <a:endParaRPr kumimoji="1" lang="ja-JP" altLang="en-US" dirty="0">
              <a:solidFill>
                <a:srgbClr val="FF0000"/>
              </a:solidFill>
            </a:endParaRPr>
          </a:p>
        </p:txBody>
      </p:sp>
      <p:sp>
        <p:nvSpPr>
          <p:cNvPr id="12" name="テキスト ボックス 11">
            <a:extLst>
              <a:ext uri="{FF2B5EF4-FFF2-40B4-BE49-F238E27FC236}">
                <a16:creationId xmlns:a16="http://schemas.microsoft.com/office/drawing/2014/main" id="{95B64F28-3520-40FC-8312-00C1FFF5CA75}"/>
              </a:ext>
            </a:extLst>
          </p:cNvPr>
          <p:cNvSpPr txBox="1"/>
          <p:nvPr/>
        </p:nvSpPr>
        <p:spPr>
          <a:xfrm>
            <a:off x="1898179" y="6381173"/>
            <a:ext cx="6264696" cy="502702"/>
          </a:xfrm>
          <a:prstGeom prst="rect">
            <a:avLst/>
          </a:prstGeom>
          <a:noFill/>
        </p:spPr>
        <p:txBody>
          <a:bodyPr wrap="square" rtlCol="0">
            <a:spAutoFit/>
          </a:bodyPr>
          <a:lstStyle/>
          <a:p>
            <a:pPr>
              <a:lnSpc>
                <a:spcPts val="1600"/>
              </a:lnSpc>
            </a:pPr>
            <a:r>
              <a:rPr lang="en-US" altLang="ja-JP" sz="1600" dirty="0"/>
              <a:t>*</a:t>
            </a:r>
            <a:r>
              <a:rPr lang="ja-JP" altLang="en-US" sz="1600" dirty="0"/>
              <a:t>シェルスクリプトを新しく作った場合、ターミナル上で</a:t>
            </a:r>
            <a:r>
              <a:rPr lang="en-US" altLang="ja-JP" sz="1600" dirty="0"/>
              <a:t> “</a:t>
            </a:r>
            <a:r>
              <a:rPr lang="en-US" altLang="ja-JP" sz="1600" dirty="0" err="1"/>
              <a:t>chmod</a:t>
            </a:r>
            <a:r>
              <a:rPr lang="en-US" altLang="ja-JP" sz="1600" dirty="0"/>
              <a:t> </a:t>
            </a:r>
            <a:r>
              <a:rPr lang="en-US" altLang="ja-JP" sz="1600" dirty="0" err="1"/>
              <a:t>u+x</a:t>
            </a:r>
            <a:r>
              <a:rPr lang="en-US" altLang="ja-JP" sz="1600" dirty="0"/>
              <a:t> *.</a:t>
            </a:r>
            <a:r>
              <a:rPr lang="en-US" altLang="ja-JP" sz="1600" dirty="0" err="1"/>
              <a:t>sh</a:t>
            </a:r>
            <a:r>
              <a:rPr lang="en-US" altLang="ja-JP" sz="1600" dirty="0"/>
              <a:t>”</a:t>
            </a:r>
            <a:r>
              <a:rPr lang="ja-JP" altLang="en-US" sz="1600" dirty="0"/>
              <a:t>と入力して実行権限を与える必要がある</a:t>
            </a:r>
            <a:endParaRPr kumimoji="1" lang="ja-JP" alt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テキスト ボックス 6">
            <a:extLst>
              <a:ext uri="{FF2B5EF4-FFF2-40B4-BE49-F238E27FC236}">
                <a16:creationId xmlns:a16="http://schemas.microsoft.com/office/drawing/2014/main" id="{6DF0B379-C0B9-42E7-AAD2-065B5B7417FD}"/>
              </a:ext>
            </a:extLst>
          </p:cNvPr>
          <p:cNvSpPr txBox="1"/>
          <p:nvPr/>
        </p:nvSpPr>
        <p:spPr>
          <a:xfrm>
            <a:off x="244404" y="943984"/>
            <a:ext cx="8761567" cy="1015663"/>
          </a:xfrm>
          <a:prstGeom prst="rect">
            <a:avLst/>
          </a:prstGeom>
          <a:noFill/>
        </p:spPr>
        <p:txBody>
          <a:bodyPr wrap="square">
            <a:spAutoFit/>
          </a:bodyPr>
          <a:lstStyle/>
          <a:p>
            <a:pPr marL="457200" indent="-457200" eaLnBrk="1" hangingPunct="1">
              <a:buFont typeface="+mj-lt"/>
              <a:buAutoNum type="arabicPeriod"/>
              <a:defRPr/>
            </a:pPr>
            <a:r>
              <a:rPr lang="ja-JP" altLang="en-US" sz="2000" dirty="0">
                <a:cs typeface="Arial" pitchFamily="34" charset="0"/>
              </a:rPr>
              <a:t>エクスプローラを開いて</a:t>
            </a:r>
            <a:r>
              <a:rPr lang="en-US" altLang="ja-JP" sz="2000" dirty="0" err="1">
                <a:cs typeface="Arial" pitchFamily="34" charset="0"/>
              </a:rPr>
              <a:t>phits</a:t>
            </a:r>
            <a:r>
              <a:rPr lang="en-US" altLang="ja-JP" sz="2000" dirty="0">
                <a:cs typeface="Arial" pitchFamily="34" charset="0"/>
              </a:rPr>
              <a:t>/lecture/advanced/autorun</a:t>
            </a:r>
            <a:r>
              <a:rPr lang="ja-JP" altLang="en-US" sz="2000" dirty="0">
                <a:cs typeface="Arial" pitchFamily="34" charset="0"/>
              </a:rPr>
              <a:t>フォルダに移動</a:t>
            </a:r>
            <a:endParaRPr lang="en-US" altLang="ja-JP" sz="2000" dirty="0">
              <a:cs typeface="Arial" pitchFamily="34" charset="0"/>
            </a:endParaRPr>
          </a:p>
          <a:p>
            <a:pPr marL="457200" indent="-457200" eaLnBrk="1" hangingPunct="1">
              <a:buFont typeface="+mj-lt"/>
              <a:buAutoNum type="arabicPeriod"/>
              <a:defRPr/>
            </a:pPr>
            <a:r>
              <a:rPr lang="ja-JP" altLang="en-US" sz="2000" dirty="0">
                <a:cs typeface="Arial" pitchFamily="34" charset="0"/>
              </a:rPr>
              <a:t>フォルダ名入力欄に</a:t>
            </a:r>
            <a:r>
              <a:rPr lang="en-US" altLang="ja-JP" sz="2000" dirty="0" err="1">
                <a:cs typeface="Arial" pitchFamily="34" charset="0"/>
              </a:rPr>
              <a:t>cmd</a:t>
            </a:r>
            <a:r>
              <a:rPr lang="ja-JP" altLang="en-US" sz="2000" dirty="0">
                <a:cs typeface="Arial" pitchFamily="34" charset="0"/>
              </a:rPr>
              <a:t>と書いて</a:t>
            </a:r>
            <a:r>
              <a:rPr lang="en-US" altLang="ja-JP" sz="2000" dirty="0">
                <a:cs typeface="Arial" pitchFamily="34" charset="0"/>
              </a:rPr>
              <a:t>enter</a:t>
            </a:r>
            <a:r>
              <a:rPr lang="ja-JP" altLang="en-US" sz="2000" dirty="0">
                <a:cs typeface="Arial" pitchFamily="34" charset="0"/>
              </a:rPr>
              <a:t>キーを押す</a:t>
            </a:r>
            <a:r>
              <a:rPr lang="ja-JP" altLang="en-US" sz="2000" dirty="0">
                <a:solidFill>
                  <a:srgbClr val="FF0000"/>
                </a:solidFill>
                <a:cs typeface="Arial" pitchFamily="34" charset="0"/>
              </a:rPr>
              <a:t>→ コマンドプロンプトが開く</a:t>
            </a:r>
            <a:endParaRPr lang="en-US" altLang="ja-JP" sz="2000" dirty="0">
              <a:solidFill>
                <a:srgbClr val="FF0000"/>
              </a:solidFill>
              <a:cs typeface="Arial" pitchFamily="34" charset="0"/>
            </a:endParaRPr>
          </a:p>
          <a:p>
            <a:pPr marL="457200" indent="-457200" eaLnBrk="1" hangingPunct="1">
              <a:buFont typeface="+mj-lt"/>
              <a:buAutoNum type="arabicPeriod"/>
              <a:defRPr/>
            </a:pPr>
            <a:r>
              <a:rPr lang="ja-JP" altLang="en-US" sz="2000" dirty="0">
                <a:cs typeface="Arial" pitchFamily="34" charset="0"/>
              </a:rPr>
              <a:t>コマンドプロンプト上で</a:t>
            </a:r>
            <a:r>
              <a:rPr lang="en-US" altLang="ja-JP" sz="2000" dirty="0">
                <a:cs typeface="Arial" pitchFamily="34" charset="0"/>
              </a:rPr>
              <a:t>eachrun.bat</a:t>
            </a:r>
            <a:r>
              <a:rPr lang="ja-JP" altLang="en-US" sz="2000" dirty="0">
                <a:cs typeface="Arial" pitchFamily="34" charset="0"/>
              </a:rPr>
              <a:t>と入力して</a:t>
            </a:r>
            <a:r>
              <a:rPr lang="en-US" altLang="ja-JP" sz="2000" dirty="0">
                <a:cs typeface="Arial" pitchFamily="34" charset="0"/>
              </a:rPr>
              <a:t>enter</a:t>
            </a:r>
            <a:r>
              <a:rPr lang="ja-JP" altLang="en-US" sz="2000" dirty="0">
                <a:cs typeface="Arial" pitchFamily="34" charset="0"/>
              </a:rPr>
              <a:t>キーを押す</a:t>
            </a:r>
            <a:endParaRPr lang="en-US" altLang="ja-JP" sz="2000" dirty="0">
              <a:cs typeface="Arial" pitchFamily="34" charset="0"/>
            </a:endParaRPr>
          </a:p>
        </p:txBody>
      </p:sp>
      <p:sp>
        <p:nvSpPr>
          <p:cNvPr id="18" name="テキスト ボックス 17">
            <a:extLst>
              <a:ext uri="{FF2B5EF4-FFF2-40B4-BE49-F238E27FC236}">
                <a16:creationId xmlns:a16="http://schemas.microsoft.com/office/drawing/2014/main" id="{7BCE3CD0-6466-4EF5-8F8F-B6DE0BAE57D3}"/>
              </a:ext>
            </a:extLst>
          </p:cNvPr>
          <p:cNvSpPr txBox="1"/>
          <p:nvPr/>
        </p:nvSpPr>
        <p:spPr>
          <a:xfrm>
            <a:off x="445358" y="3449915"/>
            <a:ext cx="8370676" cy="584775"/>
          </a:xfrm>
          <a:prstGeom prst="rect">
            <a:avLst/>
          </a:prstGeom>
          <a:noFill/>
        </p:spPr>
        <p:txBody>
          <a:bodyPr wrap="square" rtlCol="0">
            <a:spAutoFit/>
          </a:bodyPr>
          <a:lstStyle/>
          <a:p>
            <a:r>
              <a:rPr kumimoji="1" lang="ja-JP" altLang="en-US" sz="1600" dirty="0"/>
              <a:t>単純に</a:t>
            </a:r>
            <a:r>
              <a:rPr kumimoji="1" lang="en-US" altLang="ja-JP" sz="1600" dirty="0"/>
              <a:t>eachrun.bat</a:t>
            </a:r>
            <a:r>
              <a:rPr kumimoji="1" lang="ja-JP" altLang="en-US" sz="1600" dirty="0"/>
              <a:t>をダブルクリックしても実行されるが、実行後にコマンドプロンプトが消えるためエラーが発生しても気づかないので非奨励</a:t>
            </a:r>
          </a:p>
        </p:txBody>
      </p:sp>
      <p:pic>
        <p:nvPicPr>
          <p:cNvPr id="3" name="図 2">
            <a:extLst>
              <a:ext uri="{FF2B5EF4-FFF2-40B4-BE49-F238E27FC236}">
                <a16:creationId xmlns:a16="http://schemas.microsoft.com/office/drawing/2014/main" id="{DFB8B08D-6C47-4DFA-872C-D831B93E18E2}"/>
              </a:ext>
            </a:extLst>
          </p:cNvPr>
          <p:cNvPicPr>
            <a:picLocks noChangeAspect="1"/>
          </p:cNvPicPr>
          <p:nvPr/>
        </p:nvPicPr>
        <p:blipFill rotWithShape="1">
          <a:blip r:embed="rId3"/>
          <a:srcRect l="55065" t="22001" r="23225" b="58332"/>
          <a:stretch/>
        </p:blipFill>
        <p:spPr>
          <a:xfrm>
            <a:off x="1475656" y="1929734"/>
            <a:ext cx="6039667" cy="1538883"/>
          </a:xfrm>
          <a:prstGeom prst="rect">
            <a:avLst/>
          </a:prstGeom>
        </p:spPr>
      </p:pic>
      <p:sp>
        <p:nvSpPr>
          <p:cNvPr id="5" name="正方形/長方形 4">
            <a:extLst>
              <a:ext uri="{FF2B5EF4-FFF2-40B4-BE49-F238E27FC236}">
                <a16:creationId xmlns:a16="http://schemas.microsoft.com/office/drawing/2014/main" id="{7F96C69E-3587-4E5B-B80E-6229743C01DB}"/>
              </a:ext>
            </a:extLst>
          </p:cNvPr>
          <p:cNvSpPr/>
          <p:nvPr/>
        </p:nvSpPr>
        <p:spPr>
          <a:xfrm>
            <a:off x="2263242" y="2492375"/>
            <a:ext cx="504056" cy="16783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EB8A57D5-342B-41F2-B86D-C7C0D22568C4}"/>
              </a:ext>
            </a:extLst>
          </p:cNvPr>
          <p:cNvSpPr txBox="1"/>
          <p:nvPr/>
        </p:nvSpPr>
        <p:spPr>
          <a:xfrm>
            <a:off x="3026449" y="2081789"/>
            <a:ext cx="4273344" cy="307777"/>
          </a:xfrm>
          <a:prstGeom prst="rect">
            <a:avLst/>
          </a:prstGeom>
          <a:noFill/>
        </p:spPr>
        <p:txBody>
          <a:bodyPr wrap="square" tIns="0" bIns="0" rtlCol="0">
            <a:spAutoFit/>
          </a:bodyPr>
          <a:lstStyle/>
          <a:p>
            <a:r>
              <a:rPr kumimoji="1" lang="ja-JP" altLang="en-US" sz="2000" dirty="0">
                <a:solidFill>
                  <a:srgbClr val="FF0000"/>
                </a:solidFill>
              </a:rPr>
              <a:t>ここで</a:t>
            </a:r>
            <a:r>
              <a:rPr kumimoji="1" lang="en-US" altLang="ja-JP" sz="2000" dirty="0" err="1">
                <a:solidFill>
                  <a:srgbClr val="FF0000"/>
                </a:solidFill>
              </a:rPr>
              <a:t>cmd</a:t>
            </a:r>
            <a:r>
              <a:rPr kumimoji="1" lang="ja-JP" altLang="en-US" sz="2000" dirty="0">
                <a:solidFill>
                  <a:srgbClr val="FF0000"/>
                </a:solidFill>
              </a:rPr>
              <a:t>と入力して</a:t>
            </a:r>
            <a:r>
              <a:rPr kumimoji="1" lang="en-US" altLang="ja-JP" sz="2000" dirty="0">
                <a:solidFill>
                  <a:srgbClr val="FF0000"/>
                </a:solidFill>
              </a:rPr>
              <a:t>enter</a:t>
            </a:r>
            <a:r>
              <a:rPr kumimoji="1" lang="ja-JP" altLang="en-US" sz="2000" dirty="0">
                <a:solidFill>
                  <a:srgbClr val="FF0000"/>
                </a:solidFill>
              </a:rPr>
              <a:t>キーを押す</a:t>
            </a:r>
          </a:p>
        </p:txBody>
      </p:sp>
      <p:cxnSp>
        <p:nvCxnSpPr>
          <p:cNvPr id="8" name="コネクタ: カギ線 7">
            <a:extLst>
              <a:ext uri="{FF2B5EF4-FFF2-40B4-BE49-F238E27FC236}">
                <a16:creationId xmlns:a16="http://schemas.microsoft.com/office/drawing/2014/main" id="{640797E1-AFEA-4F63-B1D9-DB90E099701A}"/>
              </a:ext>
            </a:extLst>
          </p:cNvPr>
          <p:cNvCxnSpPr>
            <a:cxnSpLocks/>
            <a:stCxn id="19" idx="2"/>
            <a:endCxn id="5" idx="3"/>
          </p:cNvCxnSpPr>
          <p:nvPr/>
        </p:nvCxnSpPr>
        <p:spPr>
          <a:xfrm rot="5400000">
            <a:off x="3871847" y="1285018"/>
            <a:ext cx="186727" cy="2395823"/>
          </a:xfrm>
          <a:prstGeom prst="bentConnector2">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テキスト ボックス 24">
            <a:extLst>
              <a:ext uri="{FF2B5EF4-FFF2-40B4-BE49-F238E27FC236}">
                <a16:creationId xmlns:a16="http://schemas.microsoft.com/office/drawing/2014/main" id="{DD919137-C957-4A18-A8AB-E75932F39904}"/>
              </a:ext>
            </a:extLst>
          </p:cNvPr>
          <p:cNvSpPr txBox="1"/>
          <p:nvPr/>
        </p:nvSpPr>
        <p:spPr>
          <a:xfrm>
            <a:off x="445358" y="4409997"/>
            <a:ext cx="8550998" cy="1323439"/>
          </a:xfrm>
          <a:prstGeom prst="rect">
            <a:avLst/>
          </a:prstGeom>
          <a:noFill/>
        </p:spPr>
        <p:txBody>
          <a:bodyPr wrap="square">
            <a:spAutoFit/>
          </a:bodyPr>
          <a:lstStyle/>
          <a:p>
            <a:pPr marL="457200" indent="-457200" eaLnBrk="1" hangingPunct="1">
              <a:buFont typeface="+mj-lt"/>
              <a:buAutoNum type="arabicPeriod"/>
              <a:defRPr/>
            </a:pPr>
            <a:r>
              <a:rPr lang="ja-JP" altLang="en-US" sz="2000" dirty="0">
                <a:cs typeface="Arial" pitchFamily="34" charset="0"/>
              </a:rPr>
              <a:t>ターミナルを開いて</a:t>
            </a:r>
            <a:r>
              <a:rPr lang="en-US" altLang="ja-JP" sz="2000" dirty="0">
                <a:cs typeface="Arial" pitchFamily="34" charset="0"/>
              </a:rPr>
              <a:t>cd</a:t>
            </a:r>
            <a:r>
              <a:rPr lang="ja-JP" altLang="en-US" sz="2000" dirty="0">
                <a:cs typeface="Arial" pitchFamily="34" charset="0"/>
              </a:rPr>
              <a:t>コマンドを使って</a:t>
            </a:r>
            <a:r>
              <a:rPr lang="en-US" altLang="ja-JP" sz="2000" dirty="0" err="1">
                <a:cs typeface="Arial" pitchFamily="34" charset="0"/>
              </a:rPr>
              <a:t>phits</a:t>
            </a:r>
            <a:r>
              <a:rPr lang="en-US" altLang="ja-JP" sz="2000" dirty="0">
                <a:cs typeface="Arial" pitchFamily="34" charset="0"/>
              </a:rPr>
              <a:t>/lecture/advanced/autorun</a:t>
            </a:r>
            <a:r>
              <a:rPr lang="ja-JP" altLang="en-US" sz="2000" dirty="0">
                <a:cs typeface="Arial" pitchFamily="34" charset="0"/>
              </a:rPr>
              <a:t>に移動</a:t>
            </a:r>
            <a:endParaRPr lang="en-US" altLang="ja-JP" sz="2000" dirty="0">
              <a:cs typeface="Arial" pitchFamily="34" charset="0"/>
            </a:endParaRPr>
          </a:p>
          <a:p>
            <a:pPr marL="457200" indent="-457200" eaLnBrk="1" hangingPunct="1">
              <a:buFont typeface="+mj-lt"/>
              <a:buAutoNum type="arabicPeriod"/>
              <a:defRPr/>
            </a:pPr>
            <a:r>
              <a:rPr lang="en-US" altLang="ja-JP" sz="2000" dirty="0">
                <a:cs typeface="Arial" pitchFamily="34" charset="0"/>
              </a:rPr>
              <a:t>./eachrun.sh</a:t>
            </a:r>
            <a:r>
              <a:rPr lang="ja-JP" altLang="en-US" sz="2000" dirty="0">
                <a:cs typeface="Arial" pitchFamily="34" charset="0"/>
              </a:rPr>
              <a:t>と入力して</a:t>
            </a:r>
            <a:r>
              <a:rPr lang="en-US" altLang="ja-JP" sz="2000" dirty="0">
                <a:cs typeface="Arial" pitchFamily="34" charset="0"/>
              </a:rPr>
              <a:t>enter</a:t>
            </a:r>
            <a:r>
              <a:rPr lang="ja-JP" altLang="en-US" sz="2000" dirty="0">
                <a:cs typeface="Arial" pitchFamily="34" charset="0"/>
              </a:rPr>
              <a:t>キーを押す</a:t>
            </a:r>
            <a:endParaRPr lang="en-US" altLang="ja-JP" sz="2000" dirty="0">
              <a:solidFill>
                <a:srgbClr val="FF0000"/>
              </a:solidFill>
              <a:cs typeface="Arial" pitchFamily="34" charset="0"/>
            </a:endParaRPr>
          </a:p>
          <a:p>
            <a:pPr marL="457200" indent="-457200" eaLnBrk="1" hangingPunct="1">
              <a:buFont typeface="+mj-lt"/>
              <a:buAutoNum type="arabicPeriod"/>
              <a:defRPr/>
            </a:pPr>
            <a:r>
              <a:rPr lang="en-US" altLang="ja-JP" sz="2000" dirty="0">
                <a:cs typeface="Arial" pitchFamily="34" charset="0"/>
              </a:rPr>
              <a:t>command not found</a:t>
            </a:r>
            <a:r>
              <a:rPr lang="ja-JP" altLang="en-US" sz="2000" dirty="0">
                <a:cs typeface="Arial" pitchFamily="34" charset="0"/>
              </a:rPr>
              <a:t>というエラーが出る場合は</a:t>
            </a:r>
            <a:r>
              <a:rPr lang="en-US" altLang="ja-JP" sz="2000" dirty="0" err="1">
                <a:cs typeface="Arial" pitchFamily="34" charset="0"/>
              </a:rPr>
              <a:t>chmod</a:t>
            </a:r>
            <a:r>
              <a:rPr lang="en-US" altLang="ja-JP" sz="2000" dirty="0">
                <a:cs typeface="Arial" pitchFamily="34" charset="0"/>
              </a:rPr>
              <a:t> </a:t>
            </a:r>
            <a:r>
              <a:rPr lang="en-US" altLang="ja-JP" sz="2000" dirty="0" err="1">
                <a:cs typeface="Arial" pitchFamily="34" charset="0"/>
              </a:rPr>
              <a:t>u+x</a:t>
            </a:r>
            <a:r>
              <a:rPr lang="en-US" altLang="ja-JP" sz="2000" dirty="0">
                <a:cs typeface="Arial" pitchFamily="34" charset="0"/>
              </a:rPr>
              <a:t> *.</a:t>
            </a:r>
            <a:r>
              <a:rPr lang="en-US" altLang="ja-JP" sz="2000" dirty="0" err="1">
                <a:cs typeface="Arial" pitchFamily="34" charset="0"/>
              </a:rPr>
              <a:t>sh</a:t>
            </a:r>
            <a:r>
              <a:rPr lang="ja-JP" altLang="en-US" sz="2000" dirty="0">
                <a:cs typeface="Arial" pitchFamily="34" charset="0"/>
              </a:rPr>
              <a:t>を実行して全てのスクリプトファイルに実行権限を与えて再挑戦</a:t>
            </a:r>
            <a:endParaRPr lang="en-US" altLang="ja-JP" sz="2000" dirty="0">
              <a:cs typeface="Arial" pitchFamily="34" charset="0"/>
            </a:endParaRPr>
          </a:p>
        </p:txBody>
      </p:sp>
      <p:sp>
        <p:nvSpPr>
          <p:cNvPr id="27" name="テキスト ボックス 26">
            <a:extLst>
              <a:ext uri="{FF2B5EF4-FFF2-40B4-BE49-F238E27FC236}">
                <a16:creationId xmlns:a16="http://schemas.microsoft.com/office/drawing/2014/main" id="{D743F80F-66DC-4719-B692-A3AB1CF50A4F}"/>
              </a:ext>
            </a:extLst>
          </p:cNvPr>
          <p:cNvSpPr txBox="1"/>
          <p:nvPr/>
        </p:nvSpPr>
        <p:spPr>
          <a:xfrm>
            <a:off x="321274" y="5821233"/>
            <a:ext cx="8928993" cy="400110"/>
          </a:xfrm>
          <a:prstGeom prst="rect">
            <a:avLst/>
          </a:prstGeom>
          <a:noFill/>
        </p:spPr>
        <p:txBody>
          <a:bodyPr wrap="square">
            <a:spAutoFit/>
          </a:bodyPr>
          <a:lstStyle/>
          <a:p>
            <a:pPr algn="ctr" eaLnBrk="1" hangingPunct="1">
              <a:defRPr/>
            </a:pPr>
            <a:r>
              <a:rPr lang="ja-JP" altLang="en-US" sz="2000" dirty="0">
                <a:solidFill>
                  <a:srgbClr val="FF0000"/>
                </a:solidFill>
                <a:cs typeface="Arial" pitchFamily="34" charset="0"/>
              </a:rPr>
              <a:t>同じコマンドを再度実行したい場合は</a:t>
            </a:r>
            <a:r>
              <a:rPr lang="en-US" altLang="ja-JP" sz="2000" dirty="0">
                <a:solidFill>
                  <a:srgbClr val="FF0000"/>
                </a:solidFill>
                <a:cs typeface="Arial" pitchFamily="34" charset="0"/>
              </a:rPr>
              <a:t>↑</a:t>
            </a:r>
            <a:r>
              <a:rPr lang="ja-JP" altLang="en-US" sz="2000" dirty="0">
                <a:solidFill>
                  <a:srgbClr val="FF0000"/>
                </a:solidFill>
                <a:cs typeface="Arial" pitchFamily="34" charset="0"/>
              </a:rPr>
              <a:t>キーを押して</a:t>
            </a:r>
            <a:r>
              <a:rPr lang="en-US" altLang="ja-JP" sz="2000" dirty="0">
                <a:solidFill>
                  <a:srgbClr val="FF0000"/>
                </a:solidFill>
                <a:cs typeface="Arial" pitchFamily="34" charset="0"/>
              </a:rPr>
              <a:t>enter</a:t>
            </a:r>
            <a:r>
              <a:rPr lang="ja-JP" altLang="en-US" sz="2000" dirty="0">
                <a:solidFill>
                  <a:srgbClr val="FF0000"/>
                </a:solidFill>
                <a:cs typeface="Arial" pitchFamily="34" charset="0"/>
              </a:rPr>
              <a:t>キーを押すと便利</a:t>
            </a:r>
            <a:r>
              <a:rPr lang="en-US" altLang="ja-JP" sz="2000" dirty="0">
                <a:solidFill>
                  <a:srgbClr val="FF0000"/>
                </a:solidFill>
                <a:cs typeface="Arial" pitchFamily="34" charset="0"/>
              </a:rPr>
              <a:t>*</a:t>
            </a:r>
          </a:p>
        </p:txBody>
      </p:sp>
      <p:sp>
        <p:nvSpPr>
          <p:cNvPr id="28" name="テキスト ボックス 27">
            <a:extLst>
              <a:ext uri="{FF2B5EF4-FFF2-40B4-BE49-F238E27FC236}">
                <a16:creationId xmlns:a16="http://schemas.microsoft.com/office/drawing/2014/main" id="{42A36CB1-364B-4F8A-8635-E0D858F3D898}"/>
              </a:ext>
            </a:extLst>
          </p:cNvPr>
          <p:cNvSpPr txBox="1"/>
          <p:nvPr/>
        </p:nvSpPr>
        <p:spPr>
          <a:xfrm>
            <a:off x="1903202" y="6437879"/>
            <a:ext cx="5612121" cy="338554"/>
          </a:xfrm>
          <a:prstGeom prst="rect">
            <a:avLst/>
          </a:prstGeom>
          <a:noFill/>
        </p:spPr>
        <p:txBody>
          <a:bodyPr wrap="square" rtlCol="0">
            <a:spAutoFit/>
          </a:bodyPr>
          <a:lstStyle/>
          <a:p>
            <a:pPr algn="ctr"/>
            <a:r>
              <a:rPr lang="en-US" altLang="ja-JP" sz="1600" dirty="0"/>
              <a:t>*</a:t>
            </a:r>
            <a:r>
              <a:rPr lang="en-US" altLang="ja-JP" sz="1600" dirty="0">
                <a:cs typeface="Arial" pitchFamily="34" charset="0"/>
              </a:rPr>
              <a:t>↑</a:t>
            </a:r>
            <a:r>
              <a:rPr lang="ja-JP" altLang="en-US" sz="1600" dirty="0">
                <a:cs typeface="Arial" pitchFamily="34" charset="0"/>
              </a:rPr>
              <a:t>キーを２回押せば、２つ前のコマンドが表示される</a:t>
            </a:r>
            <a:endParaRPr lang="en-US" altLang="ja-JP" sz="1600" dirty="0">
              <a:cs typeface="Arial" pitchFamily="34" charset="0"/>
            </a:endParaRPr>
          </a:p>
        </p:txBody>
      </p:sp>
      <p:sp>
        <p:nvSpPr>
          <p:cNvPr id="30" name="四角形: 角を丸くする 29">
            <a:extLst>
              <a:ext uri="{FF2B5EF4-FFF2-40B4-BE49-F238E27FC236}">
                <a16:creationId xmlns:a16="http://schemas.microsoft.com/office/drawing/2014/main" id="{A2CB5CE6-3677-4C5B-8F65-E0E0C413CDDB}"/>
              </a:ext>
            </a:extLst>
          </p:cNvPr>
          <p:cNvSpPr/>
          <p:nvPr/>
        </p:nvSpPr>
        <p:spPr>
          <a:xfrm>
            <a:off x="179511" y="4244158"/>
            <a:ext cx="8816845" cy="1532006"/>
          </a:xfrm>
          <a:prstGeom prst="roundRect">
            <a:avLst>
              <a:gd name="adj" fmla="val 23183"/>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Text Box 5">
            <a:extLst>
              <a:ext uri="{FF2B5EF4-FFF2-40B4-BE49-F238E27FC236}">
                <a16:creationId xmlns:a16="http://schemas.microsoft.com/office/drawing/2014/main" id="{285BDE44-61D3-40B5-A692-CBD9C2EF4EA5}"/>
              </a:ext>
            </a:extLst>
          </p:cNvPr>
          <p:cNvSpPr txBox="1">
            <a:spLocks noChangeArrowheads="1"/>
          </p:cNvSpPr>
          <p:nvPr/>
        </p:nvSpPr>
        <p:spPr bwMode="auto">
          <a:xfrm>
            <a:off x="374161" y="4005442"/>
            <a:ext cx="883128" cy="457200"/>
          </a:xfrm>
          <a:prstGeom prst="rect">
            <a:avLst/>
          </a:prstGeom>
          <a:solidFill>
            <a:schemeClr val="bg1"/>
          </a:solidFill>
          <a:ln>
            <a:noFill/>
          </a:ln>
        </p:spPr>
        <p:txBody>
          <a:bodyPr wrap="square" lIns="36000" tIns="36000" rIns="36000" bIns="36000">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34" charset="-128"/>
              </a:defRPr>
            </a:lvl9pPr>
          </a:lstStyle>
          <a:p>
            <a:pPr algn="ctr" eaLnBrk="1" hangingPunct="1">
              <a:spcBef>
                <a:spcPct val="50000"/>
              </a:spcBef>
              <a:buFontTx/>
              <a:buNone/>
            </a:pPr>
            <a:r>
              <a:rPr lang="en-US" altLang="ja-JP" sz="2400" dirty="0">
                <a:solidFill>
                  <a:schemeClr val="accent2"/>
                </a:solidFill>
                <a:latin typeface="Tahoma" panose="020B0604030504040204" pitchFamily="34" charset="0"/>
              </a:rPr>
              <a:t>Mac</a:t>
            </a:r>
          </a:p>
        </p:txBody>
      </p:sp>
      <p:sp>
        <p:nvSpPr>
          <p:cNvPr id="22" name="四角形: 角を丸くする 21">
            <a:extLst>
              <a:ext uri="{FF2B5EF4-FFF2-40B4-BE49-F238E27FC236}">
                <a16:creationId xmlns:a16="http://schemas.microsoft.com/office/drawing/2014/main" id="{8E6B6856-210F-4013-8179-A41DFFEDF427}"/>
              </a:ext>
            </a:extLst>
          </p:cNvPr>
          <p:cNvSpPr/>
          <p:nvPr/>
        </p:nvSpPr>
        <p:spPr>
          <a:xfrm>
            <a:off x="179512" y="836712"/>
            <a:ext cx="8816845" cy="3198827"/>
          </a:xfrm>
          <a:prstGeom prst="roundRect">
            <a:avLst>
              <a:gd name="adj" fmla="val 9324"/>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Text Box 5">
            <a:extLst>
              <a:ext uri="{FF2B5EF4-FFF2-40B4-BE49-F238E27FC236}">
                <a16:creationId xmlns:a16="http://schemas.microsoft.com/office/drawing/2014/main" id="{7650BF34-FC69-473E-9798-F045609625CB}"/>
              </a:ext>
            </a:extLst>
          </p:cNvPr>
          <p:cNvSpPr txBox="1">
            <a:spLocks noChangeArrowheads="1"/>
          </p:cNvSpPr>
          <p:nvPr/>
        </p:nvSpPr>
        <p:spPr bwMode="auto">
          <a:xfrm>
            <a:off x="359532" y="567075"/>
            <a:ext cx="1656184" cy="457200"/>
          </a:xfrm>
          <a:prstGeom prst="rect">
            <a:avLst/>
          </a:prstGeom>
          <a:solidFill>
            <a:schemeClr val="bg1"/>
          </a:solidFill>
          <a:ln>
            <a:noFill/>
          </a:ln>
        </p:spPr>
        <p:txBody>
          <a:bodyPr wrap="square" lIns="36000" tIns="36000" rIns="36000" bIns="36000">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34" charset="-128"/>
              </a:defRPr>
            </a:lvl9pPr>
          </a:lstStyle>
          <a:p>
            <a:pPr algn="ctr" eaLnBrk="1" hangingPunct="1">
              <a:spcBef>
                <a:spcPct val="50000"/>
              </a:spcBef>
              <a:buFontTx/>
              <a:buNone/>
            </a:pPr>
            <a:r>
              <a:rPr lang="en-US" altLang="ja-JP" sz="2400" dirty="0">
                <a:solidFill>
                  <a:schemeClr val="accent2"/>
                </a:solidFill>
                <a:latin typeface="Tahoma" panose="020B0604030504040204" pitchFamily="34" charset="0"/>
              </a:rPr>
              <a:t>Windows</a:t>
            </a:r>
          </a:p>
        </p:txBody>
      </p:sp>
      <p:sp>
        <p:nvSpPr>
          <p:cNvPr id="41988" name="Rectangle 2">
            <a:extLst>
              <a:ext uri="{FF2B5EF4-FFF2-40B4-BE49-F238E27FC236}">
                <a16:creationId xmlns:a16="http://schemas.microsoft.com/office/drawing/2014/main" id="{A426E410-C5E5-439A-A9E9-5DD834B1C9D6}"/>
              </a:ext>
            </a:extLst>
          </p:cNvPr>
          <p:cNvSpPr>
            <a:spLocks noGrp="1" noChangeArrowheads="1"/>
          </p:cNvSpPr>
          <p:nvPr>
            <p:ph type="title" idx="4294967295"/>
          </p:nvPr>
        </p:nvSpPr>
        <p:spPr>
          <a:xfrm>
            <a:off x="0" y="34176"/>
            <a:ext cx="8892480" cy="656623"/>
          </a:xfrm>
          <a:prstGeom prst="rect">
            <a:avLst/>
          </a:prstGeom>
        </p:spPr>
        <p:txBody>
          <a:bodyPr/>
          <a:lstStyle/>
          <a:p>
            <a:pPr eaLnBrk="1" hangingPunct="1">
              <a:defRPr/>
            </a:pPr>
            <a:r>
              <a:rPr lang="ja-JP" altLang="en-US" dirty="0">
                <a:latin typeface="+mn-lt"/>
                <a:cs typeface="Arial" charset="0"/>
              </a:rPr>
              <a:t>課題１</a:t>
            </a:r>
            <a:r>
              <a:rPr lang="en-US" altLang="ja-JP" dirty="0">
                <a:latin typeface="+mn-lt"/>
                <a:cs typeface="Arial" charset="0"/>
              </a:rPr>
              <a:t>:</a:t>
            </a:r>
            <a:r>
              <a:rPr lang="ja-JP" altLang="en-US" dirty="0">
                <a:latin typeface="+mn-lt"/>
                <a:cs typeface="Arial" charset="0"/>
              </a:rPr>
              <a:t>スクリプトファイルの実行</a:t>
            </a:r>
          </a:p>
        </p:txBody>
      </p:sp>
    </p:spTree>
    <p:extLst>
      <p:ext uri="{BB962C8B-B14F-4D97-AF65-F5344CB8AC3E}">
        <p14:creationId xmlns:p14="http://schemas.microsoft.com/office/powerpoint/2010/main" val="15300164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2">
            <a:extLst>
              <a:ext uri="{FF2B5EF4-FFF2-40B4-BE49-F238E27FC236}">
                <a16:creationId xmlns:a16="http://schemas.microsoft.com/office/drawing/2014/main" id="{A426E410-C5E5-439A-A9E9-5DD834B1C9D6}"/>
              </a:ext>
            </a:extLst>
          </p:cNvPr>
          <p:cNvSpPr>
            <a:spLocks noGrp="1" noChangeArrowheads="1"/>
          </p:cNvSpPr>
          <p:nvPr>
            <p:ph type="title" idx="4294967295"/>
          </p:nvPr>
        </p:nvSpPr>
        <p:spPr>
          <a:xfrm>
            <a:off x="-87090" y="8073"/>
            <a:ext cx="9324528" cy="786736"/>
          </a:xfrm>
          <a:prstGeom prst="rect">
            <a:avLst/>
          </a:prstGeom>
        </p:spPr>
        <p:txBody>
          <a:bodyPr/>
          <a:lstStyle/>
          <a:p>
            <a:pPr eaLnBrk="1" hangingPunct="1">
              <a:defRPr/>
            </a:pPr>
            <a:r>
              <a:rPr lang="ja-JP" altLang="en-US" sz="3600" dirty="0">
                <a:latin typeface="+mn-lt"/>
                <a:cs typeface="Arial" charset="0"/>
              </a:rPr>
              <a:t>実際に実行するコマンド（</a:t>
            </a:r>
            <a:r>
              <a:rPr lang="en-US" altLang="ja-JP" sz="3600" dirty="0">
                <a:latin typeface="+mn-lt"/>
                <a:cs typeface="Arial" charset="0"/>
              </a:rPr>
              <a:t>eachrun.bat/</a:t>
            </a:r>
            <a:r>
              <a:rPr lang="en-US" altLang="ja-JP" sz="3600" dirty="0" err="1">
                <a:latin typeface="+mn-lt"/>
                <a:cs typeface="Arial" charset="0"/>
              </a:rPr>
              <a:t>sh</a:t>
            </a:r>
            <a:r>
              <a:rPr lang="ja-JP" altLang="en-US" sz="3600" dirty="0">
                <a:latin typeface="+mn-lt"/>
                <a:cs typeface="Arial" charset="0"/>
              </a:rPr>
              <a:t>の中身）</a:t>
            </a:r>
          </a:p>
        </p:txBody>
      </p:sp>
      <p:sp>
        <p:nvSpPr>
          <p:cNvPr id="25" name="テキスト ボックス 24">
            <a:extLst>
              <a:ext uri="{FF2B5EF4-FFF2-40B4-BE49-F238E27FC236}">
                <a16:creationId xmlns:a16="http://schemas.microsoft.com/office/drawing/2014/main" id="{DD919137-C957-4A18-A8AB-E75932F39904}"/>
              </a:ext>
            </a:extLst>
          </p:cNvPr>
          <p:cNvSpPr txBox="1"/>
          <p:nvPr/>
        </p:nvSpPr>
        <p:spPr>
          <a:xfrm>
            <a:off x="401543" y="2592466"/>
            <a:ext cx="8370675" cy="1015663"/>
          </a:xfrm>
          <a:prstGeom prst="rect">
            <a:avLst/>
          </a:prstGeom>
          <a:noFill/>
        </p:spPr>
        <p:txBody>
          <a:bodyPr wrap="square">
            <a:spAutoFit/>
          </a:bodyPr>
          <a:lstStyle/>
          <a:p>
            <a:pPr eaLnBrk="1" hangingPunct="1">
              <a:defRPr/>
            </a:pPr>
            <a:r>
              <a:rPr lang="en-US" altLang="ja-JP" sz="2000" dirty="0">
                <a:solidFill>
                  <a:schemeClr val="accent2"/>
                </a:solidFill>
                <a:cs typeface="Arial" pitchFamily="34" charset="0"/>
              </a:rPr>
              <a:t>1</a:t>
            </a:r>
            <a:r>
              <a:rPr lang="ja-JP" altLang="en-US" sz="2000" dirty="0">
                <a:solidFill>
                  <a:schemeClr val="accent2"/>
                </a:solidFill>
                <a:cs typeface="Arial" pitchFamily="34" charset="0"/>
              </a:rPr>
              <a:t>行目</a:t>
            </a:r>
            <a:r>
              <a:rPr lang="en-US" altLang="ja-JP" sz="2000" dirty="0">
                <a:cs typeface="Arial" pitchFamily="34" charset="0"/>
              </a:rPr>
              <a:t>: </a:t>
            </a:r>
            <a:r>
              <a:rPr lang="ja-JP" altLang="en-US" sz="2000" dirty="0">
                <a:cs typeface="Arial" pitchFamily="34" charset="0"/>
              </a:rPr>
              <a:t>ターミナル上に</a:t>
            </a:r>
            <a:r>
              <a:rPr lang="en-US" altLang="ja-JP" sz="2000" dirty="0">
                <a:solidFill>
                  <a:srgbClr val="FF0000"/>
                </a:solidFill>
                <a:cs typeface="Arial" pitchFamily="34" charset="0"/>
              </a:rPr>
              <a:t>PHITS simulation using eachrun.bat</a:t>
            </a:r>
            <a:r>
              <a:rPr lang="ja-JP" altLang="en-US" sz="2000" dirty="0">
                <a:cs typeface="Arial" pitchFamily="34" charset="0"/>
              </a:rPr>
              <a:t>と書き出す</a:t>
            </a:r>
            <a:endParaRPr lang="en-US" altLang="ja-JP" sz="2000" dirty="0">
              <a:cs typeface="Arial" pitchFamily="34" charset="0"/>
            </a:endParaRPr>
          </a:p>
          <a:p>
            <a:pPr eaLnBrk="1" hangingPunct="1">
              <a:defRPr/>
            </a:pPr>
            <a:r>
              <a:rPr lang="en-US" altLang="ja-JP" sz="2000" dirty="0">
                <a:solidFill>
                  <a:schemeClr val="accent2"/>
                </a:solidFill>
                <a:cs typeface="Arial" pitchFamily="34" charset="0"/>
              </a:rPr>
              <a:t>2</a:t>
            </a:r>
            <a:r>
              <a:rPr lang="ja-JP" altLang="en-US" sz="2000" dirty="0">
                <a:solidFill>
                  <a:schemeClr val="accent2"/>
                </a:solidFill>
                <a:cs typeface="Arial" pitchFamily="34" charset="0"/>
              </a:rPr>
              <a:t>行目</a:t>
            </a:r>
            <a:r>
              <a:rPr lang="en-US" altLang="ja-JP" sz="2000" dirty="0">
                <a:cs typeface="Arial" pitchFamily="34" charset="0"/>
              </a:rPr>
              <a:t>: </a:t>
            </a:r>
            <a:r>
              <a:rPr lang="en-US" altLang="ja-JP" sz="2000" dirty="0" err="1">
                <a:solidFill>
                  <a:srgbClr val="FF0000"/>
                </a:solidFill>
                <a:cs typeface="Arial" pitchFamily="34" charset="0"/>
              </a:rPr>
              <a:t>density.inp</a:t>
            </a:r>
            <a:r>
              <a:rPr lang="ja-JP" altLang="en-US" sz="2000" dirty="0">
                <a:cs typeface="Arial" pitchFamily="34" charset="0"/>
              </a:rPr>
              <a:t>というファイルに</a:t>
            </a:r>
            <a:r>
              <a:rPr lang="en-US" altLang="ja-JP" sz="2000" dirty="0">
                <a:solidFill>
                  <a:srgbClr val="FF0000"/>
                </a:solidFill>
                <a:cs typeface="Arial" pitchFamily="34" charset="0"/>
              </a:rPr>
              <a:t>set:c1[2.3]</a:t>
            </a:r>
            <a:r>
              <a:rPr lang="ja-JP" altLang="en-US" sz="2000" dirty="0">
                <a:cs typeface="Arial" pitchFamily="34" charset="0"/>
              </a:rPr>
              <a:t>と書き込む</a:t>
            </a:r>
            <a:endParaRPr lang="en-US" altLang="ja-JP" sz="2000" dirty="0">
              <a:cs typeface="Arial" pitchFamily="34" charset="0"/>
            </a:endParaRPr>
          </a:p>
          <a:p>
            <a:pPr eaLnBrk="1" hangingPunct="1">
              <a:defRPr/>
            </a:pPr>
            <a:r>
              <a:rPr lang="en-US" altLang="ja-JP" sz="2000" dirty="0">
                <a:solidFill>
                  <a:schemeClr val="accent2"/>
                </a:solidFill>
                <a:cs typeface="Arial" pitchFamily="34" charset="0"/>
              </a:rPr>
              <a:t>3</a:t>
            </a:r>
            <a:r>
              <a:rPr lang="ja-JP" altLang="en-US" sz="2000" dirty="0">
                <a:solidFill>
                  <a:schemeClr val="accent2"/>
                </a:solidFill>
                <a:cs typeface="Arial" pitchFamily="34" charset="0"/>
              </a:rPr>
              <a:t>行目</a:t>
            </a:r>
            <a:r>
              <a:rPr lang="en-US" altLang="ja-JP" sz="2000" dirty="0">
                <a:cs typeface="Arial" pitchFamily="34" charset="0"/>
              </a:rPr>
              <a:t>: </a:t>
            </a:r>
            <a:r>
              <a:rPr lang="ja-JP" altLang="en-US" sz="2000" dirty="0">
                <a:cs typeface="Arial" pitchFamily="34" charset="0"/>
              </a:rPr>
              <a:t>このフォルダにある</a:t>
            </a:r>
            <a:r>
              <a:rPr lang="en-US" altLang="ja-JP" sz="2000" dirty="0" err="1">
                <a:solidFill>
                  <a:srgbClr val="FF0000"/>
                </a:solidFill>
                <a:cs typeface="Arial" pitchFamily="34" charset="0"/>
              </a:rPr>
              <a:t>phits.inp</a:t>
            </a:r>
            <a:r>
              <a:rPr lang="ja-JP" altLang="en-US" sz="2000" dirty="0">
                <a:cs typeface="Arial" pitchFamily="34" charset="0"/>
              </a:rPr>
              <a:t>を</a:t>
            </a:r>
            <a:r>
              <a:rPr lang="en-US" altLang="ja-JP" sz="2000" dirty="0">
                <a:cs typeface="Arial" pitchFamily="34" charset="0"/>
              </a:rPr>
              <a:t>PHITS</a:t>
            </a:r>
            <a:r>
              <a:rPr lang="ja-JP" altLang="en-US" sz="2000" dirty="0">
                <a:cs typeface="Arial" pitchFamily="34" charset="0"/>
              </a:rPr>
              <a:t>で実行する</a:t>
            </a:r>
            <a:endParaRPr lang="en-US" altLang="ja-JP" sz="2000" dirty="0">
              <a:cs typeface="Arial" pitchFamily="34" charset="0"/>
            </a:endParaRPr>
          </a:p>
        </p:txBody>
      </p:sp>
      <p:sp>
        <p:nvSpPr>
          <p:cNvPr id="27" name="テキスト ボックス 26">
            <a:extLst>
              <a:ext uri="{FF2B5EF4-FFF2-40B4-BE49-F238E27FC236}">
                <a16:creationId xmlns:a16="http://schemas.microsoft.com/office/drawing/2014/main" id="{D743F80F-66DC-4719-B692-A3AB1CF50A4F}"/>
              </a:ext>
            </a:extLst>
          </p:cNvPr>
          <p:cNvSpPr txBox="1"/>
          <p:nvPr/>
        </p:nvSpPr>
        <p:spPr>
          <a:xfrm>
            <a:off x="251521" y="4024596"/>
            <a:ext cx="4032448" cy="2246769"/>
          </a:xfrm>
          <a:prstGeom prst="rect">
            <a:avLst/>
          </a:prstGeom>
          <a:noFill/>
        </p:spPr>
        <p:txBody>
          <a:bodyPr wrap="square">
            <a:spAutoFit/>
          </a:bodyPr>
          <a:lstStyle/>
          <a:p>
            <a:pPr marL="288000" indent="-288000" eaLnBrk="1" hangingPunct="1">
              <a:buFont typeface="+mj-lt"/>
              <a:buAutoNum type="arabicPeriod"/>
              <a:defRPr/>
            </a:pPr>
            <a:r>
              <a:rPr lang="en-US" altLang="ja-JP" sz="2000" dirty="0">
                <a:solidFill>
                  <a:srgbClr val="FF0000"/>
                </a:solidFill>
                <a:cs typeface="Arial" pitchFamily="34" charset="0"/>
              </a:rPr>
              <a:t>echo</a:t>
            </a:r>
            <a:r>
              <a:rPr lang="ja-JP" altLang="en-US" sz="2000" dirty="0">
                <a:cs typeface="Arial" pitchFamily="34" charset="0"/>
              </a:rPr>
              <a:t>は次に書かれる文言を繰り返す（やまびこ）コマンド</a:t>
            </a:r>
            <a:endParaRPr lang="en-US" altLang="ja-JP" sz="2000" dirty="0">
              <a:cs typeface="Arial" pitchFamily="34" charset="0"/>
            </a:endParaRPr>
          </a:p>
          <a:p>
            <a:pPr marL="288000" indent="-288000" eaLnBrk="1" hangingPunct="1">
              <a:buFont typeface="+mj-lt"/>
              <a:buAutoNum type="arabicPeriod"/>
              <a:defRPr/>
            </a:pPr>
            <a:r>
              <a:rPr lang="en-US" altLang="ja-JP" sz="2000" dirty="0">
                <a:solidFill>
                  <a:srgbClr val="FF0000"/>
                </a:solidFill>
                <a:cs typeface="Arial" pitchFamily="34" charset="0"/>
              </a:rPr>
              <a:t>&gt;</a:t>
            </a:r>
            <a:r>
              <a:rPr lang="en-US" altLang="ja-JP" sz="2000" dirty="0">
                <a:cs typeface="Arial" pitchFamily="34" charset="0"/>
              </a:rPr>
              <a:t> </a:t>
            </a:r>
            <a:r>
              <a:rPr lang="ja-JP" altLang="en-US" sz="2000" dirty="0">
                <a:cs typeface="Arial" pitchFamily="34" charset="0"/>
              </a:rPr>
              <a:t>は、コマンドの実行結果を書き出す先を指定したファイルに変更</a:t>
            </a:r>
            <a:endParaRPr lang="en-US" altLang="ja-JP" sz="2000" dirty="0">
              <a:cs typeface="Arial" pitchFamily="34" charset="0"/>
            </a:endParaRPr>
          </a:p>
          <a:p>
            <a:pPr marL="288000" indent="-288000" eaLnBrk="1" hangingPunct="1">
              <a:buFont typeface="+mj-lt"/>
              <a:buAutoNum type="arabicPeriod"/>
              <a:defRPr/>
            </a:pPr>
            <a:r>
              <a:rPr lang="en-US" altLang="ja-JP" sz="2000" dirty="0">
                <a:solidFill>
                  <a:srgbClr val="FF0000"/>
                </a:solidFill>
                <a:cs typeface="Arial" pitchFamily="34" charset="0"/>
              </a:rPr>
              <a:t>call</a:t>
            </a:r>
            <a:r>
              <a:rPr lang="ja-JP" altLang="en-US" sz="2000" dirty="0">
                <a:cs typeface="Arial" pitchFamily="34" charset="0"/>
              </a:rPr>
              <a:t>はバッチファイルから別のバッチファイルを呼び出すときに必要（シェルスクリプトでは不要）</a:t>
            </a:r>
            <a:endParaRPr lang="en-US" altLang="ja-JP" sz="2000" dirty="0">
              <a:cs typeface="Arial" pitchFamily="34" charset="0"/>
            </a:endParaRPr>
          </a:p>
        </p:txBody>
      </p:sp>
      <p:sp>
        <p:nvSpPr>
          <p:cNvPr id="15" name="Text Box 1031">
            <a:extLst>
              <a:ext uri="{FF2B5EF4-FFF2-40B4-BE49-F238E27FC236}">
                <a16:creationId xmlns:a16="http://schemas.microsoft.com/office/drawing/2014/main" id="{63541968-CFEF-47E9-820F-AEF92CB5612F}"/>
              </a:ext>
            </a:extLst>
          </p:cNvPr>
          <p:cNvSpPr txBox="1">
            <a:spLocks noChangeArrowheads="1"/>
          </p:cNvSpPr>
          <p:nvPr/>
        </p:nvSpPr>
        <p:spPr bwMode="auto">
          <a:xfrm>
            <a:off x="531791" y="1270528"/>
            <a:ext cx="3472475" cy="812117"/>
          </a:xfrm>
          <a:prstGeom prst="rect">
            <a:avLst/>
          </a:prstGeom>
          <a:solidFill>
            <a:schemeClr val="bg1"/>
          </a:solidFill>
          <a:ln w="19050">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1400" dirty="0">
                <a:solidFill>
                  <a:srgbClr val="000000"/>
                </a:solidFill>
                <a:latin typeface="Tahoma" panose="020B0604030504040204" pitchFamily="34" charset="0"/>
              </a:rPr>
              <a:t>echo PHITS simulation using eachrun.bat</a:t>
            </a:r>
          </a:p>
          <a:p>
            <a:pPr eaLnBrk="1" hangingPunct="1">
              <a:spcBef>
                <a:spcPct val="0"/>
              </a:spcBef>
              <a:buFontTx/>
              <a:buNone/>
            </a:pPr>
            <a:r>
              <a:rPr lang="en-US" altLang="ja-JP" sz="1400" dirty="0">
                <a:solidFill>
                  <a:srgbClr val="000000"/>
                </a:solidFill>
                <a:latin typeface="Tahoma" panose="020B0604030504040204" pitchFamily="34" charset="0"/>
              </a:rPr>
              <a:t>echo set:c1[2.3] &gt; </a:t>
            </a:r>
            <a:r>
              <a:rPr lang="en-US" altLang="ja-JP" sz="1400" dirty="0" err="1">
                <a:solidFill>
                  <a:srgbClr val="000000"/>
                </a:solidFill>
                <a:latin typeface="Tahoma" panose="020B0604030504040204" pitchFamily="34" charset="0"/>
              </a:rPr>
              <a:t>density.inp</a:t>
            </a:r>
            <a:endParaRPr lang="en-US" altLang="ja-JP" sz="1400" dirty="0">
              <a:solidFill>
                <a:srgbClr val="000000"/>
              </a:solidFill>
              <a:latin typeface="Tahoma" panose="020B0604030504040204" pitchFamily="34" charset="0"/>
            </a:endParaRPr>
          </a:p>
          <a:p>
            <a:pPr eaLnBrk="1" hangingPunct="1">
              <a:spcBef>
                <a:spcPct val="0"/>
              </a:spcBef>
              <a:buFontTx/>
              <a:buNone/>
            </a:pPr>
            <a:r>
              <a:rPr lang="en-US" altLang="ja-JP" sz="1400" dirty="0">
                <a:solidFill>
                  <a:srgbClr val="000000"/>
                </a:solidFill>
                <a:latin typeface="Tahoma" panose="020B0604030504040204" pitchFamily="34" charset="0"/>
              </a:rPr>
              <a:t>call phits.bat </a:t>
            </a:r>
            <a:r>
              <a:rPr lang="en-US" altLang="ja-JP" sz="1400" dirty="0" err="1">
                <a:solidFill>
                  <a:srgbClr val="000000"/>
                </a:solidFill>
                <a:latin typeface="Tahoma" panose="020B0604030504040204" pitchFamily="34" charset="0"/>
              </a:rPr>
              <a:t>phits.inp</a:t>
            </a:r>
            <a:endParaRPr lang="pt-BR" altLang="ja-JP" sz="1400" dirty="0">
              <a:solidFill>
                <a:srgbClr val="000000"/>
              </a:solidFill>
              <a:latin typeface="Tahoma" panose="020B0604030504040204" pitchFamily="34" charset="0"/>
            </a:endParaRPr>
          </a:p>
        </p:txBody>
      </p:sp>
      <p:sp>
        <p:nvSpPr>
          <p:cNvPr id="16" name="Text Box 1030">
            <a:extLst>
              <a:ext uri="{FF2B5EF4-FFF2-40B4-BE49-F238E27FC236}">
                <a16:creationId xmlns:a16="http://schemas.microsoft.com/office/drawing/2014/main" id="{17952ABC-90DF-4DF6-A1F9-9A624D42AADC}"/>
              </a:ext>
            </a:extLst>
          </p:cNvPr>
          <p:cNvSpPr txBox="1">
            <a:spLocks noChangeArrowheads="1"/>
          </p:cNvSpPr>
          <p:nvPr/>
        </p:nvSpPr>
        <p:spPr bwMode="auto">
          <a:xfrm>
            <a:off x="323528" y="795260"/>
            <a:ext cx="1532792" cy="40011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2000" dirty="0">
                <a:solidFill>
                  <a:srgbClr val="000000"/>
                </a:solidFill>
                <a:latin typeface="Tahoma" panose="020B0604030504040204" pitchFamily="34" charset="0"/>
              </a:rPr>
              <a:t>eachrun.bat</a:t>
            </a:r>
          </a:p>
        </p:txBody>
      </p:sp>
      <p:sp>
        <p:nvSpPr>
          <p:cNvPr id="17" name="Text Box 1031">
            <a:extLst>
              <a:ext uri="{FF2B5EF4-FFF2-40B4-BE49-F238E27FC236}">
                <a16:creationId xmlns:a16="http://schemas.microsoft.com/office/drawing/2014/main" id="{99982F8A-A88A-4E0A-BA98-C018AD9A744F}"/>
              </a:ext>
            </a:extLst>
          </p:cNvPr>
          <p:cNvSpPr txBox="1">
            <a:spLocks noChangeArrowheads="1"/>
          </p:cNvSpPr>
          <p:nvPr/>
        </p:nvSpPr>
        <p:spPr bwMode="auto">
          <a:xfrm>
            <a:off x="4843941" y="1270529"/>
            <a:ext cx="3472475" cy="812116"/>
          </a:xfrm>
          <a:prstGeom prst="rect">
            <a:avLst/>
          </a:prstGeom>
          <a:solidFill>
            <a:schemeClr val="bg1"/>
          </a:solidFill>
          <a:ln w="19050">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1400" dirty="0">
                <a:solidFill>
                  <a:srgbClr val="000000"/>
                </a:solidFill>
                <a:latin typeface="Tahoma" panose="020B0604030504040204" pitchFamily="34" charset="0"/>
              </a:rPr>
              <a:t>echo PHITS simulation using eachrun.sh</a:t>
            </a:r>
          </a:p>
          <a:p>
            <a:pPr eaLnBrk="1" hangingPunct="1">
              <a:spcBef>
                <a:spcPct val="0"/>
              </a:spcBef>
              <a:buFontTx/>
              <a:buNone/>
            </a:pPr>
            <a:r>
              <a:rPr lang="en-US" altLang="ja-JP" sz="1400" dirty="0">
                <a:solidFill>
                  <a:srgbClr val="000000"/>
                </a:solidFill>
                <a:latin typeface="Tahoma" panose="020B0604030504040204" pitchFamily="34" charset="0"/>
              </a:rPr>
              <a:t>echo set:c1[2.3] &gt; </a:t>
            </a:r>
            <a:r>
              <a:rPr lang="en-US" altLang="ja-JP" sz="1400" dirty="0" err="1">
                <a:solidFill>
                  <a:srgbClr val="000000"/>
                </a:solidFill>
                <a:latin typeface="Tahoma" panose="020B0604030504040204" pitchFamily="34" charset="0"/>
              </a:rPr>
              <a:t>density.inp</a:t>
            </a:r>
            <a:endParaRPr lang="en-US" altLang="ja-JP" sz="1400" dirty="0">
              <a:solidFill>
                <a:srgbClr val="000000"/>
              </a:solidFill>
              <a:latin typeface="Tahoma" panose="020B0604030504040204" pitchFamily="34" charset="0"/>
            </a:endParaRPr>
          </a:p>
          <a:p>
            <a:pPr eaLnBrk="1" hangingPunct="1">
              <a:spcBef>
                <a:spcPct val="0"/>
              </a:spcBef>
              <a:buFontTx/>
              <a:buNone/>
            </a:pPr>
            <a:r>
              <a:rPr lang="en-US" altLang="ja-JP" sz="1400" dirty="0">
                <a:solidFill>
                  <a:srgbClr val="000000"/>
                </a:solidFill>
                <a:latin typeface="Tahoma" panose="020B0604030504040204" pitchFamily="34" charset="0"/>
              </a:rPr>
              <a:t>phits.sh </a:t>
            </a:r>
            <a:r>
              <a:rPr lang="en-US" altLang="ja-JP" sz="1400" dirty="0" err="1">
                <a:solidFill>
                  <a:srgbClr val="000000"/>
                </a:solidFill>
                <a:latin typeface="Tahoma" panose="020B0604030504040204" pitchFamily="34" charset="0"/>
              </a:rPr>
              <a:t>phits.inp</a:t>
            </a:r>
            <a:endParaRPr lang="en-US" altLang="ja-JP" sz="1400" dirty="0">
              <a:solidFill>
                <a:srgbClr val="000000"/>
              </a:solidFill>
              <a:latin typeface="Tahoma" panose="020B0604030504040204" pitchFamily="34" charset="0"/>
            </a:endParaRPr>
          </a:p>
        </p:txBody>
      </p:sp>
      <p:sp>
        <p:nvSpPr>
          <p:cNvPr id="20" name="Text Box 1030">
            <a:extLst>
              <a:ext uri="{FF2B5EF4-FFF2-40B4-BE49-F238E27FC236}">
                <a16:creationId xmlns:a16="http://schemas.microsoft.com/office/drawing/2014/main" id="{D2673FEF-AD82-4772-9ACB-51F2EF5943DC}"/>
              </a:ext>
            </a:extLst>
          </p:cNvPr>
          <p:cNvSpPr txBox="1">
            <a:spLocks noChangeArrowheads="1"/>
          </p:cNvSpPr>
          <p:nvPr/>
        </p:nvSpPr>
        <p:spPr bwMode="auto">
          <a:xfrm>
            <a:off x="4579732" y="808400"/>
            <a:ext cx="1426994" cy="40011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2000" dirty="0">
                <a:solidFill>
                  <a:srgbClr val="000000"/>
                </a:solidFill>
                <a:latin typeface="Tahoma" panose="020B0604030504040204" pitchFamily="34" charset="0"/>
              </a:rPr>
              <a:t>eachrun.sh</a:t>
            </a:r>
          </a:p>
        </p:txBody>
      </p:sp>
      <p:sp>
        <p:nvSpPr>
          <p:cNvPr id="21" name="Text Box 5">
            <a:extLst>
              <a:ext uri="{FF2B5EF4-FFF2-40B4-BE49-F238E27FC236}">
                <a16:creationId xmlns:a16="http://schemas.microsoft.com/office/drawing/2014/main" id="{C0FDE5DD-B805-4AFF-B90D-8DEB5A9080E5}"/>
              </a:ext>
            </a:extLst>
          </p:cNvPr>
          <p:cNvSpPr txBox="1">
            <a:spLocks noChangeArrowheads="1"/>
          </p:cNvSpPr>
          <p:nvPr/>
        </p:nvSpPr>
        <p:spPr bwMode="auto">
          <a:xfrm>
            <a:off x="103839" y="2206155"/>
            <a:ext cx="254021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buFontTx/>
              <a:buNone/>
            </a:pPr>
            <a:r>
              <a:rPr lang="ja-JP" altLang="en-US" sz="2400" dirty="0">
                <a:solidFill>
                  <a:schemeClr val="accent2"/>
                </a:solidFill>
                <a:latin typeface="Tahoma" panose="020B0604030504040204" pitchFamily="34" charset="0"/>
              </a:rPr>
              <a:t>各行の役割</a:t>
            </a:r>
            <a:endParaRPr lang="en-US" altLang="ja-JP" sz="2400" dirty="0">
              <a:solidFill>
                <a:schemeClr val="accent2"/>
              </a:solidFill>
              <a:latin typeface="Tahoma" panose="020B0604030504040204" pitchFamily="34" charset="0"/>
            </a:endParaRPr>
          </a:p>
        </p:txBody>
      </p:sp>
      <p:sp>
        <p:nvSpPr>
          <p:cNvPr id="22" name="Text Box 5">
            <a:extLst>
              <a:ext uri="{FF2B5EF4-FFF2-40B4-BE49-F238E27FC236}">
                <a16:creationId xmlns:a16="http://schemas.microsoft.com/office/drawing/2014/main" id="{9431E8BC-AF63-4645-AE97-99B976B7C479}"/>
              </a:ext>
            </a:extLst>
          </p:cNvPr>
          <p:cNvSpPr txBox="1">
            <a:spLocks noChangeArrowheads="1"/>
          </p:cNvSpPr>
          <p:nvPr/>
        </p:nvSpPr>
        <p:spPr bwMode="auto">
          <a:xfrm>
            <a:off x="103839" y="3656285"/>
            <a:ext cx="29026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buFontTx/>
              <a:buNone/>
            </a:pPr>
            <a:r>
              <a:rPr lang="ja-JP" altLang="en-US" sz="2400" dirty="0">
                <a:solidFill>
                  <a:schemeClr val="accent2"/>
                </a:solidFill>
                <a:latin typeface="Tahoma" panose="020B0604030504040204" pitchFamily="34" charset="0"/>
              </a:rPr>
              <a:t>重要ポイント</a:t>
            </a:r>
            <a:endParaRPr lang="en-US" altLang="ja-JP" sz="2400" dirty="0">
              <a:solidFill>
                <a:schemeClr val="accent2"/>
              </a:solidFill>
              <a:latin typeface="Tahoma" panose="020B0604030504040204" pitchFamily="34" charset="0"/>
            </a:endParaRPr>
          </a:p>
        </p:txBody>
      </p:sp>
      <p:sp>
        <p:nvSpPr>
          <p:cNvPr id="37" name="Text Box 5">
            <a:extLst>
              <a:ext uri="{FF2B5EF4-FFF2-40B4-BE49-F238E27FC236}">
                <a16:creationId xmlns:a16="http://schemas.microsoft.com/office/drawing/2014/main" id="{6DCDF613-161D-4DF1-B70D-757492A3F487}"/>
              </a:ext>
            </a:extLst>
          </p:cNvPr>
          <p:cNvSpPr txBox="1">
            <a:spLocks noChangeArrowheads="1"/>
          </p:cNvSpPr>
          <p:nvPr/>
        </p:nvSpPr>
        <p:spPr bwMode="auto">
          <a:xfrm>
            <a:off x="5436096" y="5915432"/>
            <a:ext cx="274823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34" charset="-128"/>
              </a:defRPr>
            </a:lvl9pPr>
          </a:lstStyle>
          <a:p>
            <a:pPr algn="ctr" eaLnBrk="1" hangingPunct="1">
              <a:spcBef>
                <a:spcPct val="50000"/>
              </a:spcBef>
              <a:buFontTx/>
              <a:buNone/>
            </a:pPr>
            <a:r>
              <a:rPr lang="ja-JP" altLang="en-US" sz="2000" dirty="0">
                <a:solidFill>
                  <a:schemeClr val="accent2"/>
                </a:solidFill>
                <a:latin typeface="Tahoma" panose="020B0604030504040204" pitchFamily="34" charset="0"/>
              </a:rPr>
              <a:t>コマンドプロンプトの例</a:t>
            </a:r>
            <a:endParaRPr lang="en-US" altLang="ja-JP" sz="2000" dirty="0">
              <a:solidFill>
                <a:schemeClr val="accent2"/>
              </a:solidFill>
              <a:latin typeface="Tahoma" panose="020B0604030504040204" pitchFamily="34" charset="0"/>
            </a:endParaRPr>
          </a:p>
        </p:txBody>
      </p:sp>
      <p:pic>
        <p:nvPicPr>
          <p:cNvPr id="41992" name="図 41991">
            <a:extLst>
              <a:ext uri="{FF2B5EF4-FFF2-40B4-BE49-F238E27FC236}">
                <a16:creationId xmlns:a16="http://schemas.microsoft.com/office/drawing/2014/main" id="{63EBFFC3-1B27-40C6-A28E-6A57A1F04183}"/>
              </a:ext>
            </a:extLst>
          </p:cNvPr>
          <p:cNvPicPr>
            <a:picLocks noChangeAspect="1"/>
          </p:cNvPicPr>
          <p:nvPr/>
        </p:nvPicPr>
        <p:blipFill rotWithShape="1">
          <a:blip r:embed="rId3"/>
          <a:srcRect r="36613" b="58569"/>
          <a:stretch/>
        </p:blipFill>
        <p:spPr>
          <a:xfrm>
            <a:off x="4283968" y="4293096"/>
            <a:ext cx="4748945" cy="1622336"/>
          </a:xfrm>
          <a:prstGeom prst="rect">
            <a:avLst/>
          </a:prstGeom>
        </p:spPr>
      </p:pic>
      <p:sp>
        <p:nvSpPr>
          <p:cNvPr id="42" name="テキスト ボックス 41">
            <a:extLst>
              <a:ext uri="{FF2B5EF4-FFF2-40B4-BE49-F238E27FC236}">
                <a16:creationId xmlns:a16="http://schemas.microsoft.com/office/drawing/2014/main" id="{CB8A9CB1-B38D-4924-BC70-D8BBAE46F520}"/>
              </a:ext>
            </a:extLst>
          </p:cNvPr>
          <p:cNvSpPr txBox="1"/>
          <p:nvPr/>
        </p:nvSpPr>
        <p:spPr>
          <a:xfrm>
            <a:off x="2267745" y="6378066"/>
            <a:ext cx="5228928" cy="523220"/>
          </a:xfrm>
          <a:prstGeom prst="rect">
            <a:avLst/>
          </a:prstGeom>
          <a:noFill/>
        </p:spPr>
        <p:txBody>
          <a:bodyPr wrap="square" rtlCol="0">
            <a:spAutoFit/>
          </a:bodyPr>
          <a:lstStyle/>
          <a:p>
            <a:r>
              <a:rPr lang="en-US" altLang="ja-JP" sz="1400" dirty="0"/>
              <a:t>*</a:t>
            </a:r>
            <a:r>
              <a:rPr lang="ja-JP" altLang="en-US" sz="1400" dirty="0"/>
              <a:t>バッチファイルの中身を編集する際は右クリックして「編集」もしくは「開く→テキストエディタ（</a:t>
            </a:r>
            <a:r>
              <a:rPr lang="en-US" altLang="ja-JP" sz="1400" dirty="0"/>
              <a:t>PHITS-Pad</a:t>
            </a:r>
            <a:r>
              <a:rPr lang="ja-JP" altLang="en-US" sz="1400" dirty="0"/>
              <a:t>など）」を選択</a:t>
            </a:r>
            <a:endParaRPr kumimoji="1" lang="ja-JP" altLang="en-US" sz="1400" dirty="0"/>
          </a:p>
        </p:txBody>
      </p:sp>
      <p:sp>
        <p:nvSpPr>
          <p:cNvPr id="43" name="テキスト ボックス 42">
            <a:extLst>
              <a:ext uri="{FF2B5EF4-FFF2-40B4-BE49-F238E27FC236}">
                <a16:creationId xmlns:a16="http://schemas.microsoft.com/office/drawing/2014/main" id="{76812DC9-EEAF-4DEC-8CA9-3BCC82E1B88C}"/>
              </a:ext>
            </a:extLst>
          </p:cNvPr>
          <p:cNvSpPr txBox="1"/>
          <p:nvPr/>
        </p:nvSpPr>
        <p:spPr>
          <a:xfrm>
            <a:off x="1836005" y="762110"/>
            <a:ext cx="343843" cy="338554"/>
          </a:xfrm>
          <a:prstGeom prst="rect">
            <a:avLst/>
          </a:prstGeom>
          <a:noFill/>
        </p:spPr>
        <p:txBody>
          <a:bodyPr wrap="square" rtlCol="0">
            <a:spAutoFit/>
          </a:bodyPr>
          <a:lstStyle/>
          <a:p>
            <a:r>
              <a:rPr lang="en-US" altLang="ja-JP" sz="1600" dirty="0"/>
              <a:t>*</a:t>
            </a:r>
            <a:endParaRPr kumimoji="1" lang="ja-JP" altLang="en-US" sz="1600" dirty="0"/>
          </a:p>
        </p:txBody>
      </p:sp>
    </p:spTree>
    <p:extLst>
      <p:ext uri="{BB962C8B-B14F-4D97-AF65-F5344CB8AC3E}">
        <p14:creationId xmlns:p14="http://schemas.microsoft.com/office/powerpoint/2010/main" val="36087043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2">
            <a:extLst>
              <a:ext uri="{FF2B5EF4-FFF2-40B4-BE49-F238E27FC236}">
                <a16:creationId xmlns:a16="http://schemas.microsoft.com/office/drawing/2014/main" id="{A426E410-C5E5-439A-A9E9-5DD834B1C9D6}"/>
              </a:ext>
            </a:extLst>
          </p:cNvPr>
          <p:cNvSpPr>
            <a:spLocks noGrp="1" noChangeArrowheads="1"/>
          </p:cNvSpPr>
          <p:nvPr>
            <p:ph type="title" idx="4294967295"/>
          </p:nvPr>
        </p:nvSpPr>
        <p:spPr>
          <a:xfrm>
            <a:off x="0" y="34176"/>
            <a:ext cx="8892480" cy="786736"/>
          </a:xfrm>
          <a:prstGeom prst="rect">
            <a:avLst/>
          </a:prstGeom>
        </p:spPr>
        <p:txBody>
          <a:bodyPr/>
          <a:lstStyle/>
          <a:p>
            <a:pPr eaLnBrk="1" hangingPunct="1">
              <a:defRPr/>
            </a:pPr>
            <a:r>
              <a:rPr lang="ja-JP" altLang="en-US" dirty="0">
                <a:latin typeface="+mn-lt"/>
                <a:cs typeface="Arial" charset="0"/>
              </a:rPr>
              <a:t>計算条件（</a:t>
            </a:r>
            <a:r>
              <a:rPr lang="en-US" altLang="ja-JP" dirty="0" err="1">
                <a:latin typeface="+mn-lt"/>
                <a:cs typeface="Arial" charset="0"/>
              </a:rPr>
              <a:t>phits.inp</a:t>
            </a:r>
            <a:r>
              <a:rPr lang="ja-JP" altLang="en-US" dirty="0">
                <a:latin typeface="+mn-lt"/>
                <a:cs typeface="Arial" charset="0"/>
              </a:rPr>
              <a:t>）</a:t>
            </a:r>
          </a:p>
        </p:txBody>
      </p:sp>
      <p:sp>
        <p:nvSpPr>
          <p:cNvPr id="37" name="Text Box 5">
            <a:extLst>
              <a:ext uri="{FF2B5EF4-FFF2-40B4-BE49-F238E27FC236}">
                <a16:creationId xmlns:a16="http://schemas.microsoft.com/office/drawing/2014/main" id="{6DCDF613-161D-4DF1-B70D-757492A3F487}"/>
              </a:ext>
            </a:extLst>
          </p:cNvPr>
          <p:cNvSpPr txBox="1">
            <a:spLocks noChangeArrowheads="1"/>
          </p:cNvSpPr>
          <p:nvPr/>
        </p:nvSpPr>
        <p:spPr bwMode="auto">
          <a:xfrm>
            <a:off x="145330" y="732267"/>
            <a:ext cx="181212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buFontTx/>
              <a:buNone/>
            </a:pPr>
            <a:r>
              <a:rPr lang="ja-JP" altLang="en-US" sz="2400" dirty="0">
                <a:solidFill>
                  <a:schemeClr val="accent2"/>
                </a:solidFill>
                <a:latin typeface="Tahoma" panose="020B0604030504040204" pitchFamily="34" charset="0"/>
              </a:rPr>
              <a:t>基本条件</a:t>
            </a:r>
            <a:endParaRPr lang="en-US" altLang="ja-JP" sz="2400" dirty="0">
              <a:solidFill>
                <a:schemeClr val="accent2"/>
              </a:solidFill>
              <a:latin typeface="Tahoma" panose="020B0604030504040204" pitchFamily="34" charset="0"/>
            </a:endParaRPr>
          </a:p>
        </p:txBody>
      </p:sp>
      <p:sp>
        <p:nvSpPr>
          <p:cNvPr id="19" name="正方形/長方形 1">
            <a:extLst>
              <a:ext uri="{FF2B5EF4-FFF2-40B4-BE49-F238E27FC236}">
                <a16:creationId xmlns:a16="http://schemas.microsoft.com/office/drawing/2014/main" id="{B8CE9EF1-D66C-435E-BA99-7D8C54D72C35}"/>
              </a:ext>
            </a:extLst>
          </p:cNvPr>
          <p:cNvSpPr>
            <a:spLocks noChangeArrowheads="1"/>
          </p:cNvSpPr>
          <p:nvPr/>
        </p:nvSpPr>
        <p:spPr bwMode="auto">
          <a:xfrm>
            <a:off x="1547664" y="1105287"/>
            <a:ext cx="7451006"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ts val="600"/>
              </a:spcBef>
              <a:buFontTx/>
              <a:buNone/>
            </a:pPr>
            <a:r>
              <a:rPr lang="en-US" altLang="ja-JP" sz="2000" dirty="0">
                <a:latin typeface="Arial" panose="020B0604020202020204" pitchFamily="34" charset="0"/>
                <a:cs typeface="Arial" panose="020B0604020202020204" pitchFamily="34" charset="0"/>
              </a:rPr>
              <a:t>20MeV</a:t>
            </a:r>
            <a:r>
              <a:rPr lang="ja-JP" altLang="en-US" sz="2000" dirty="0">
                <a:latin typeface="Arial" panose="020B0604020202020204" pitchFamily="34" charset="0"/>
                <a:cs typeface="Arial" panose="020B0604020202020204" pitchFamily="34" charset="0"/>
              </a:rPr>
              <a:t>中性子（</a:t>
            </a:r>
            <a:r>
              <a:rPr lang="en-US" altLang="ja-JP" sz="2000" dirty="0">
                <a:latin typeface="Arial" panose="020B0604020202020204" pitchFamily="34" charset="0"/>
                <a:cs typeface="Arial" panose="020B0604020202020204" pitchFamily="34" charset="0"/>
              </a:rPr>
              <a:t>0,0,-10</a:t>
            </a:r>
            <a:r>
              <a:rPr lang="ja-JP" altLang="en-US" sz="2000" dirty="0">
                <a:latin typeface="Arial" panose="020B0604020202020204" pitchFamily="34" charset="0"/>
                <a:cs typeface="Arial" panose="020B0604020202020204" pitchFamily="34" charset="0"/>
              </a:rPr>
              <a:t>の点より</a:t>
            </a:r>
            <a:r>
              <a:rPr lang="en-US" altLang="ja-JP" sz="2000" dirty="0">
                <a:latin typeface="Arial" panose="020B0604020202020204" pitchFamily="34" charset="0"/>
                <a:cs typeface="Arial" panose="020B0604020202020204" pitchFamily="34" charset="0"/>
              </a:rPr>
              <a:t>+z</a:t>
            </a:r>
            <a:r>
              <a:rPr lang="ja-JP" altLang="en-US" sz="2000" dirty="0">
                <a:latin typeface="Arial" panose="020B0604020202020204" pitchFamily="34" charset="0"/>
                <a:cs typeface="Arial" panose="020B0604020202020204" pitchFamily="34" charset="0"/>
              </a:rPr>
              <a:t>方向</a:t>
            </a:r>
            <a:r>
              <a:rPr lang="en-US" altLang="ja-JP" sz="2000" dirty="0">
                <a:latin typeface="Arial" panose="020B0604020202020204" pitchFamily="34" charset="0"/>
                <a:cs typeface="Arial" panose="020B0604020202020204" pitchFamily="34" charset="0"/>
              </a:rPr>
              <a:t>(</a:t>
            </a:r>
            <a:r>
              <a:rPr lang="en-US" altLang="ja-JP" sz="2000" dirty="0" err="1">
                <a:latin typeface="Arial" panose="020B0604020202020204" pitchFamily="34" charset="0"/>
                <a:cs typeface="Arial" panose="020B0604020202020204" pitchFamily="34" charset="0"/>
              </a:rPr>
              <a:t>dir</a:t>
            </a:r>
            <a:r>
              <a:rPr lang="en-US" altLang="ja-JP" sz="2000" dirty="0">
                <a:latin typeface="Arial" panose="020B0604020202020204" pitchFamily="34" charset="0"/>
                <a:cs typeface="Arial" panose="020B0604020202020204" pitchFamily="34" charset="0"/>
              </a:rPr>
              <a:t> = 1)</a:t>
            </a:r>
            <a:r>
              <a:rPr lang="ja-JP" altLang="en-US" sz="2000" dirty="0">
                <a:latin typeface="Arial" panose="020B0604020202020204" pitchFamily="34" charset="0"/>
                <a:cs typeface="Arial" panose="020B0604020202020204" pitchFamily="34" charset="0"/>
              </a:rPr>
              <a:t>に進む</a:t>
            </a:r>
            <a:endParaRPr lang="en-US" altLang="ja-JP" sz="2000" dirty="0">
              <a:latin typeface="Arial" panose="020B0604020202020204" pitchFamily="34" charset="0"/>
              <a:cs typeface="Arial" panose="020B0604020202020204" pitchFamily="34" charset="0"/>
            </a:endParaRPr>
          </a:p>
          <a:p>
            <a:pPr eaLnBrk="1" hangingPunct="1">
              <a:spcBef>
                <a:spcPts val="600"/>
              </a:spcBef>
              <a:buFontTx/>
              <a:buNone/>
            </a:pPr>
            <a:r>
              <a:rPr lang="ja-JP" altLang="en-US" sz="2000" dirty="0">
                <a:latin typeface="Arial" panose="020B0604020202020204" pitchFamily="34" charset="0"/>
                <a:cs typeface="Arial" panose="020B0604020202020204" pitchFamily="34" charset="0"/>
              </a:rPr>
              <a:t>円柱状コンクリート（厚さ</a:t>
            </a:r>
            <a:r>
              <a:rPr lang="en-US" altLang="ja-JP" sz="2000" dirty="0">
                <a:latin typeface="Arial" panose="020B0604020202020204" pitchFamily="34" charset="0"/>
                <a:cs typeface="Arial" panose="020B0604020202020204" pitchFamily="34" charset="0"/>
              </a:rPr>
              <a:t>50cm</a:t>
            </a:r>
            <a:r>
              <a:rPr lang="ja-JP" altLang="en-US" sz="2000" dirty="0">
                <a:latin typeface="Arial" panose="020B0604020202020204" pitchFamily="34" charset="0"/>
                <a:cs typeface="Arial" panose="020B0604020202020204" pitchFamily="34" charset="0"/>
              </a:rPr>
              <a:t>、半径</a:t>
            </a:r>
            <a:r>
              <a:rPr lang="en-US" altLang="ja-JP" sz="2000" dirty="0">
                <a:latin typeface="Arial" panose="020B0604020202020204" pitchFamily="34" charset="0"/>
                <a:cs typeface="Arial" panose="020B0604020202020204" pitchFamily="34" charset="0"/>
              </a:rPr>
              <a:t>10cm</a:t>
            </a:r>
            <a:r>
              <a:rPr lang="ja-JP" altLang="en-US" sz="2000" dirty="0">
                <a:latin typeface="Arial" panose="020B0604020202020204" pitchFamily="34" charset="0"/>
                <a:cs typeface="Arial" panose="020B0604020202020204" pitchFamily="34" charset="0"/>
              </a:rPr>
              <a:t>）</a:t>
            </a:r>
            <a:r>
              <a:rPr lang="en-US" altLang="ja-JP" sz="2000" dirty="0">
                <a:latin typeface="Arial" panose="020B0604020202020204" pitchFamily="34" charset="0"/>
                <a:cs typeface="Arial" panose="020B0604020202020204" pitchFamily="34" charset="0"/>
              </a:rPr>
              <a:t> </a:t>
            </a:r>
          </a:p>
          <a:p>
            <a:pPr eaLnBrk="1" hangingPunct="1">
              <a:spcBef>
                <a:spcPts val="600"/>
              </a:spcBef>
              <a:buFontTx/>
              <a:buNone/>
            </a:pPr>
            <a:r>
              <a:rPr lang="en-US" altLang="ja-JP" sz="2000" dirty="0">
                <a:latin typeface="Arial" panose="020B0604020202020204" pitchFamily="34" charset="0"/>
                <a:cs typeface="Arial" panose="020B0604020202020204" pitchFamily="34" charset="0"/>
              </a:rPr>
              <a:t>[t-track]</a:t>
            </a:r>
            <a:r>
              <a:rPr lang="ja-JP" altLang="en-US" sz="2000" dirty="0">
                <a:latin typeface="Arial" panose="020B0604020202020204" pitchFamily="34" charset="0"/>
                <a:cs typeface="Arial" panose="020B0604020202020204" pitchFamily="34" charset="0"/>
              </a:rPr>
              <a:t>と</a:t>
            </a:r>
            <a:r>
              <a:rPr lang="en-US" altLang="ja-JP" sz="2000" dirty="0">
                <a:latin typeface="Arial" panose="020B0604020202020204" pitchFamily="34" charset="0"/>
                <a:cs typeface="Arial" panose="020B0604020202020204" pitchFamily="34" charset="0"/>
              </a:rPr>
              <a:t>multiplier function</a:t>
            </a:r>
            <a:r>
              <a:rPr lang="ja-JP" altLang="en-US" sz="2000" dirty="0">
                <a:latin typeface="Arial" panose="020B0604020202020204" pitchFamily="34" charset="0"/>
                <a:cs typeface="Arial" panose="020B0604020202020204" pitchFamily="34" charset="0"/>
              </a:rPr>
              <a:t>を組み合わせた実効線量の深さ分布</a:t>
            </a:r>
            <a:endParaRPr lang="en-US" altLang="ja-JP" sz="2000" dirty="0">
              <a:latin typeface="Arial" panose="020B0604020202020204" pitchFamily="34" charset="0"/>
              <a:cs typeface="Arial" panose="020B0604020202020204" pitchFamily="34" charset="0"/>
            </a:endParaRPr>
          </a:p>
        </p:txBody>
      </p:sp>
      <p:sp>
        <p:nvSpPr>
          <p:cNvPr id="23" name="正方形/長方形 1">
            <a:extLst>
              <a:ext uri="{FF2B5EF4-FFF2-40B4-BE49-F238E27FC236}">
                <a16:creationId xmlns:a16="http://schemas.microsoft.com/office/drawing/2014/main" id="{CDD3430B-0CCE-43DB-A2E5-424FD5671D0F}"/>
              </a:ext>
            </a:extLst>
          </p:cNvPr>
          <p:cNvSpPr>
            <a:spLocks noChangeArrowheads="1"/>
          </p:cNvSpPr>
          <p:nvPr/>
        </p:nvSpPr>
        <p:spPr bwMode="auto">
          <a:xfrm>
            <a:off x="65287" y="1105287"/>
            <a:ext cx="1584399"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r" eaLnBrk="1" hangingPunct="1">
              <a:spcBef>
                <a:spcPts val="600"/>
              </a:spcBef>
              <a:buFontTx/>
              <a:buNone/>
            </a:pPr>
            <a:r>
              <a:rPr lang="ja-JP" altLang="en-US" sz="2000" dirty="0">
                <a:latin typeface="Arial" panose="020B0604020202020204" pitchFamily="34" charset="0"/>
                <a:cs typeface="Arial" panose="020B0604020202020204" pitchFamily="34" charset="0"/>
              </a:rPr>
              <a:t>線源：</a:t>
            </a:r>
            <a:endParaRPr lang="en-US" altLang="ja-JP" sz="2000" dirty="0">
              <a:latin typeface="Arial" panose="020B0604020202020204" pitchFamily="34" charset="0"/>
              <a:cs typeface="Arial" panose="020B0604020202020204" pitchFamily="34" charset="0"/>
            </a:endParaRPr>
          </a:p>
          <a:p>
            <a:pPr algn="r" eaLnBrk="1" hangingPunct="1">
              <a:spcBef>
                <a:spcPts val="600"/>
              </a:spcBef>
              <a:buFontTx/>
              <a:buNone/>
            </a:pPr>
            <a:r>
              <a:rPr lang="ja-JP" altLang="en-US" sz="2000" dirty="0">
                <a:latin typeface="Arial" panose="020B0604020202020204" pitchFamily="34" charset="0"/>
                <a:cs typeface="Arial" panose="020B0604020202020204" pitchFamily="34" charset="0"/>
              </a:rPr>
              <a:t>体系：</a:t>
            </a:r>
            <a:endParaRPr lang="en-US" altLang="ja-JP" sz="2000" dirty="0">
              <a:latin typeface="Arial" panose="020B0604020202020204" pitchFamily="34" charset="0"/>
              <a:cs typeface="Arial" panose="020B0604020202020204" pitchFamily="34" charset="0"/>
            </a:endParaRPr>
          </a:p>
          <a:p>
            <a:pPr algn="r" eaLnBrk="1" hangingPunct="1">
              <a:spcBef>
                <a:spcPts val="600"/>
              </a:spcBef>
              <a:buFontTx/>
              <a:buNone/>
            </a:pPr>
            <a:r>
              <a:rPr lang="ja-JP" altLang="en-US" sz="2000" dirty="0">
                <a:latin typeface="Arial" panose="020B0604020202020204" pitchFamily="34" charset="0"/>
                <a:cs typeface="Arial" panose="020B0604020202020204" pitchFamily="34" charset="0"/>
              </a:rPr>
              <a:t>タリー：</a:t>
            </a:r>
            <a:endParaRPr lang="en-US" altLang="ja-JP" sz="2000" dirty="0">
              <a:latin typeface="Arial" panose="020B0604020202020204" pitchFamily="34" charset="0"/>
              <a:cs typeface="Arial" panose="020B0604020202020204" pitchFamily="34" charset="0"/>
            </a:endParaRPr>
          </a:p>
        </p:txBody>
      </p:sp>
      <p:sp>
        <p:nvSpPr>
          <p:cNvPr id="24" name="Text Box 5">
            <a:extLst>
              <a:ext uri="{FF2B5EF4-FFF2-40B4-BE49-F238E27FC236}">
                <a16:creationId xmlns:a16="http://schemas.microsoft.com/office/drawing/2014/main" id="{686772A5-210D-4BF9-9BF0-82DF5E8005F2}"/>
              </a:ext>
            </a:extLst>
          </p:cNvPr>
          <p:cNvSpPr txBox="1">
            <a:spLocks noChangeArrowheads="1"/>
          </p:cNvSpPr>
          <p:nvPr/>
        </p:nvSpPr>
        <p:spPr bwMode="auto">
          <a:xfrm>
            <a:off x="145330" y="2319456"/>
            <a:ext cx="24117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buFontTx/>
              <a:buNone/>
            </a:pPr>
            <a:r>
              <a:rPr lang="ja-JP" altLang="en-US" sz="2400" dirty="0">
                <a:solidFill>
                  <a:schemeClr val="accent2"/>
                </a:solidFill>
                <a:latin typeface="Tahoma" panose="020B0604030504040204" pitchFamily="34" charset="0"/>
              </a:rPr>
              <a:t>重要ポイント</a:t>
            </a:r>
            <a:endParaRPr lang="en-US" altLang="ja-JP" sz="2400" dirty="0">
              <a:solidFill>
                <a:schemeClr val="accent2"/>
              </a:solidFill>
              <a:latin typeface="Tahoma" panose="020B0604030504040204" pitchFamily="34" charset="0"/>
            </a:endParaRPr>
          </a:p>
        </p:txBody>
      </p:sp>
      <p:sp>
        <p:nvSpPr>
          <p:cNvPr id="26" name="正方形/長方形 1">
            <a:extLst>
              <a:ext uri="{FF2B5EF4-FFF2-40B4-BE49-F238E27FC236}">
                <a16:creationId xmlns:a16="http://schemas.microsoft.com/office/drawing/2014/main" id="{02AE48F6-2191-467B-B5E0-3BB89F53A382}"/>
              </a:ext>
            </a:extLst>
          </p:cNvPr>
          <p:cNvSpPr>
            <a:spLocks noChangeArrowheads="1"/>
          </p:cNvSpPr>
          <p:nvPr/>
        </p:nvSpPr>
        <p:spPr bwMode="auto">
          <a:xfrm>
            <a:off x="395536" y="2796637"/>
            <a:ext cx="844795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ts val="600"/>
              </a:spcBef>
              <a:buFontTx/>
              <a:buNone/>
            </a:pPr>
            <a:r>
              <a:rPr lang="ja-JP" altLang="en-US" sz="2000" dirty="0">
                <a:latin typeface="Arial" panose="020B0604020202020204" pitchFamily="34" charset="0"/>
                <a:cs typeface="Arial" panose="020B0604020202020204" pitchFamily="34" charset="0"/>
              </a:rPr>
              <a:t>コンクリートの密度が</a:t>
            </a:r>
            <a:r>
              <a:rPr lang="en-US" altLang="ja-JP" sz="2000" dirty="0">
                <a:solidFill>
                  <a:srgbClr val="FF0000"/>
                </a:solidFill>
                <a:latin typeface="Arial" panose="020B0604020202020204" pitchFamily="34" charset="0"/>
                <a:cs typeface="Arial" panose="020B0604020202020204" pitchFamily="34" charset="0"/>
              </a:rPr>
              <a:t>–c1</a:t>
            </a:r>
            <a:r>
              <a:rPr lang="ja-JP" altLang="en-US" sz="2000" dirty="0">
                <a:latin typeface="Arial" panose="020B0604020202020204" pitchFamily="34" charset="0"/>
                <a:cs typeface="Arial" panose="020B0604020202020204" pitchFamily="34" charset="0"/>
              </a:rPr>
              <a:t>で指定され、その数値は</a:t>
            </a:r>
            <a:r>
              <a:rPr lang="en-US" altLang="ja-JP" sz="2000" dirty="0" err="1">
                <a:solidFill>
                  <a:srgbClr val="FF0000"/>
                </a:solidFill>
                <a:latin typeface="Arial" panose="020B0604020202020204" pitchFamily="34" charset="0"/>
                <a:cs typeface="Arial" panose="020B0604020202020204" pitchFamily="34" charset="0"/>
              </a:rPr>
              <a:t>density.inp</a:t>
            </a:r>
            <a:r>
              <a:rPr lang="ja-JP" altLang="en-US" sz="2000" dirty="0">
                <a:latin typeface="Arial" panose="020B0604020202020204" pitchFamily="34" charset="0"/>
                <a:cs typeface="Arial" panose="020B0604020202020204" pitchFamily="34" charset="0"/>
              </a:rPr>
              <a:t>に書かれている</a:t>
            </a:r>
            <a:endParaRPr lang="en-US" altLang="ja-JP" sz="2000" dirty="0">
              <a:latin typeface="Arial" panose="020B0604020202020204" pitchFamily="34" charset="0"/>
              <a:cs typeface="Arial" panose="020B0604020202020204" pitchFamily="34" charset="0"/>
            </a:endParaRPr>
          </a:p>
        </p:txBody>
      </p:sp>
      <p:pic>
        <p:nvPicPr>
          <p:cNvPr id="3" name="図 2">
            <a:extLst>
              <a:ext uri="{FF2B5EF4-FFF2-40B4-BE49-F238E27FC236}">
                <a16:creationId xmlns:a16="http://schemas.microsoft.com/office/drawing/2014/main" id="{DA56BA9F-CFAE-4BE8-B0DA-277AD1F4DB93}"/>
              </a:ext>
            </a:extLst>
          </p:cNvPr>
          <p:cNvPicPr>
            <a:picLocks noChangeAspect="1"/>
          </p:cNvPicPr>
          <p:nvPr/>
        </p:nvPicPr>
        <p:blipFill rotWithShape="1">
          <a:blip r:embed="rId3"/>
          <a:srcRect l="3936" t="1807" r="3086" b="1807"/>
          <a:stretch/>
        </p:blipFill>
        <p:spPr>
          <a:xfrm>
            <a:off x="5004048" y="3284984"/>
            <a:ext cx="3040224" cy="2660478"/>
          </a:xfrm>
          <a:prstGeom prst="rect">
            <a:avLst/>
          </a:prstGeom>
        </p:spPr>
      </p:pic>
      <p:sp>
        <p:nvSpPr>
          <p:cNvPr id="28" name="テキスト ボックス 27">
            <a:extLst>
              <a:ext uri="{FF2B5EF4-FFF2-40B4-BE49-F238E27FC236}">
                <a16:creationId xmlns:a16="http://schemas.microsoft.com/office/drawing/2014/main" id="{9BE31DA6-F497-428E-A850-C8DBDCA1596F}"/>
              </a:ext>
            </a:extLst>
          </p:cNvPr>
          <p:cNvSpPr txBox="1"/>
          <p:nvPr/>
        </p:nvSpPr>
        <p:spPr>
          <a:xfrm>
            <a:off x="6012160" y="5857225"/>
            <a:ext cx="1858712" cy="400110"/>
          </a:xfrm>
          <a:prstGeom prst="rect">
            <a:avLst/>
          </a:prstGeom>
          <a:noFill/>
        </p:spPr>
        <p:txBody>
          <a:bodyPr wrap="square">
            <a:spAutoFit/>
          </a:bodyPr>
          <a:lstStyle/>
          <a:p>
            <a:r>
              <a:rPr kumimoji="1" lang="en-US" altLang="ja-JP" sz="2000" b="0" i="0" u="none" strike="noStrike" kern="1200" cap="none" spc="0" normalizeH="0" baseline="0" noProof="0" dirty="0" err="1">
                <a:ln>
                  <a:noFill/>
                </a:ln>
                <a:solidFill>
                  <a:schemeClr val="accent2"/>
                </a:solidFill>
                <a:effectLst/>
                <a:uLnTx/>
                <a:uFillTx/>
                <a:latin typeface="Arial" panose="020B0604020202020204" pitchFamily="34" charset="0"/>
                <a:ea typeface="ＭＳ Ｐゴシック" panose="020B0600070205080204" pitchFamily="50" charset="-128"/>
                <a:cs typeface="Arial" panose="020B0604020202020204" pitchFamily="34" charset="0"/>
              </a:rPr>
              <a:t>track_rz.eps</a:t>
            </a:r>
            <a:endParaRPr lang="ja-JP" altLang="en-US" dirty="0">
              <a:solidFill>
                <a:schemeClr val="accent2"/>
              </a:solidFill>
            </a:endParaRPr>
          </a:p>
        </p:txBody>
      </p:sp>
      <p:sp>
        <p:nvSpPr>
          <p:cNvPr id="29" name="Text Box 1031">
            <a:extLst>
              <a:ext uri="{FF2B5EF4-FFF2-40B4-BE49-F238E27FC236}">
                <a16:creationId xmlns:a16="http://schemas.microsoft.com/office/drawing/2014/main" id="{1A2281E0-4E18-4C52-B551-0C72AA88D1E7}"/>
              </a:ext>
            </a:extLst>
          </p:cNvPr>
          <p:cNvSpPr txBox="1">
            <a:spLocks noChangeArrowheads="1"/>
          </p:cNvSpPr>
          <p:nvPr/>
        </p:nvSpPr>
        <p:spPr bwMode="auto">
          <a:xfrm>
            <a:off x="608602" y="3992245"/>
            <a:ext cx="2407047" cy="1488860"/>
          </a:xfrm>
          <a:prstGeom prst="rect">
            <a:avLst/>
          </a:prstGeom>
          <a:solidFill>
            <a:schemeClr val="bg1"/>
          </a:solidFill>
          <a:ln w="19050">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1400" dirty="0">
                <a:solidFill>
                  <a:srgbClr val="000000"/>
                </a:solidFill>
                <a:latin typeface="Tahoma" panose="020B0604030504040204" pitchFamily="34" charset="0"/>
              </a:rPr>
              <a:t>[ Cell ]</a:t>
            </a:r>
          </a:p>
          <a:p>
            <a:pPr eaLnBrk="1" hangingPunct="1">
              <a:spcBef>
                <a:spcPct val="0"/>
              </a:spcBef>
              <a:buFontTx/>
              <a:buNone/>
            </a:pPr>
            <a:r>
              <a:rPr lang="en-US" altLang="ja-JP" sz="1400" dirty="0" err="1">
                <a:solidFill>
                  <a:srgbClr val="FF0000"/>
                </a:solidFill>
                <a:latin typeface="Tahoma" panose="020B0604030504040204" pitchFamily="34" charset="0"/>
              </a:rPr>
              <a:t>infl</a:t>
            </a:r>
            <a:r>
              <a:rPr lang="en-US" altLang="ja-JP" sz="1400" dirty="0">
                <a:solidFill>
                  <a:srgbClr val="FF0000"/>
                </a:solidFill>
                <a:latin typeface="Tahoma" panose="020B0604030504040204" pitchFamily="34" charset="0"/>
              </a:rPr>
              <a:t>:{</a:t>
            </a:r>
            <a:r>
              <a:rPr lang="en-US" altLang="ja-JP" sz="1400" dirty="0" err="1">
                <a:solidFill>
                  <a:srgbClr val="FF0000"/>
                </a:solidFill>
                <a:latin typeface="Tahoma" panose="020B0604030504040204" pitchFamily="34" charset="0"/>
              </a:rPr>
              <a:t>density.inp</a:t>
            </a:r>
            <a:r>
              <a:rPr lang="en-US" altLang="ja-JP" sz="1400" dirty="0">
                <a:solidFill>
                  <a:srgbClr val="FF0000"/>
                </a:solidFill>
                <a:latin typeface="Tahoma" panose="020B0604030504040204" pitchFamily="34" charset="0"/>
              </a:rPr>
              <a:t>}</a:t>
            </a:r>
          </a:p>
          <a:p>
            <a:pPr eaLnBrk="1" hangingPunct="1">
              <a:spcBef>
                <a:spcPct val="0"/>
              </a:spcBef>
              <a:buFontTx/>
              <a:buNone/>
            </a:pPr>
            <a:r>
              <a:rPr lang="en-US" altLang="ja-JP" sz="1400" dirty="0">
                <a:solidFill>
                  <a:srgbClr val="000000"/>
                </a:solidFill>
                <a:latin typeface="Tahoma" panose="020B0604030504040204" pitchFamily="34" charset="0"/>
              </a:rPr>
              <a:t>  1     1 </a:t>
            </a:r>
            <a:r>
              <a:rPr lang="en-US" altLang="ja-JP" sz="1400" dirty="0">
                <a:solidFill>
                  <a:srgbClr val="FF0000"/>
                </a:solidFill>
                <a:latin typeface="Tahoma" panose="020B0604030504040204" pitchFamily="34" charset="0"/>
              </a:rPr>
              <a:t>-c1  </a:t>
            </a:r>
            <a:r>
              <a:rPr lang="en-US" altLang="ja-JP" sz="1400" dirty="0">
                <a:solidFill>
                  <a:srgbClr val="000000"/>
                </a:solidFill>
                <a:latin typeface="Tahoma" panose="020B0604030504040204" pitchFamily="34" charset="0"/>
              </a:rPr>
              <a:t>-10  101  -102</a:t>
            </a:r>
          </a:p>
          <a:p>
            <a:pPr eaLnBrk="1" hangingPunct="1">
              <a:spcBef>
                <a:spcPct val="0"/>
              </a:spcBef>
              <a:buFontTx/>
              <a:buNone/>
            </a:pPr>
            <a:r>
              <a:rPr lang="en-US" altLang="ja-JP" sz="1400" dirty="0">
                <a:solidFill>
                  <a:srgbClr val="000000"/>
                </a:solidFill>
                <a:latin typeface="Tahoma" panose="020B0604030504040204" pitchFamily="34" charset="0"/>
              </a:rPr>
              <a:t> 100    0      -999  #1</a:t>
            </a:r>
          </a:p>
          <a:p>
            <a:pPr eaLnBrk="1" hangingPunct="1">
              <a:spcBef>
                <a:spcPct val="0"/>
              </a:spcBef>
              <a:buFontTx/>
              <a:buNone/>
            </a:pPr>
            <a:r>
              <a:rPr lang="en-US" altLang="ja-JP" sz="1400" dirty="0">
                <a:solidFill>
                  <a:srgbClr val="000000"/>
                </a:solidFill>
                <a:latin typeface="Tahoma" panose="020B0604030504040204" pitchFamily="34" charset="0"/>
              </a:rPr>
              <a:t> 101   -1       999</a:t>
            </a:r>
          </a:p>
          <a:p>
            <a:pPr eaLnBrk="1" hangingPunct="1">
              <a:spcBef>
                <a:spcPct val="0"/>
              </a:spcBef>
              <a:buFontTx/>
              <a:buNone/>
            </a:pPr>
            <a:r>
              <a:rPr lang="en-US" altLang="ja-JP" sz="1400" dirty="0">
                <a:solidFill>
                  <a:srgbClr val="000000"/>
                </a:solidFill>
                <a:latin typeface="Tahoma" panose="020B0604030504040204" pitchFamily="34" charset="0"/>
              </a:rPr>
              <a:t>…</a:t>
            </a:r>
            <a:endParaRPr lang="pt-BR" altLang="ja-JP" sz="1400" dirty="0">
              <a:solidFill>
                <a:srgbClr val="000000"/>
              </a:solidFill>
              <a:latin typeface="Tahoma" panose="020B0604030504040204" pitchFamily="34" charset="0"/>
            </a:endParaRPr>
          </a:p>
        </p:txBody>
      </p:sp>
      <p:sp>
        <p:nvSpPr>
          <p:cNvPr id="30" name="Text Box 1030">
            <a:extLst>
              <a:ext uri="{FF2B5EF4-FFF2-40B4-BE49-F238E27FC236}">
                <a16:creationId xmlns:a16="http://schemas.microsoft.com/office/drawing/2014/main" id="{4D24ECCB-FBB4-4594-A608-AA02CF12E199}"/>
              </a:ext>
            </a:extLst>
          </p:cNvPr>
          <p:cNvSpPr txBox="1">
            <a:spLocks noChangeArrowheads="1"/>
          </p:cNvSpPr>
          <p:nvPr/>
        </p:nvSpPr>
        <p:spPr bwMode="auto">
          <a:xfrm>
            <a:off x="300506" y="3409088"/>
            <a:ext cx="1148584" cy="40011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2000" dirty="0" err="1">
                <a:solidFill>
                  <a:srgbClr val="000000"/>
                </a:solidFill>
                <a:latin typeface="Tahoma" panose="020B0604030504040204" pitchFamily="34" charset="0"/>
              </a:rPr>
              <a:t>phits.inp</a:t>
            </a:r>
            <a:endParaRPr lang="en-US" altLang="ja-JP" sz="2000" dirty="0">
              <a:solidFill>
                <a:srgbClr val="000000"/>
              </a:solidFill>
              <a:latin typeface="Tahoma" panose="020B0604030504040204" pitchFamily="34" charset="0"/>
            </a:endParaRPr>
          </a:p>
        </p:txBody>
      </p:sp>
    </p:spTree>
    <p:extLst>
      <p:ext uri="{BB962C8B-B14F-4D97-AF65-F5344CB8AC3E}">
        <p14:creationId xmlns:p14="http://schemas.microsoft.com/office/powerpoint/2010/main" val="5539648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2">
            <a:extLst>
              <a:ext uri="{FF2B5EF4-FFF2-40B4-BE49-F238E27FC236}">
                <a16:creationId xmlns:a16="http://schemas.microsoft.com/office/drawing/2014/main" id="{A426E410-C5E5-439A-A9E9-5DD834B1C9D6}"/>
              </a:ext>
            </a:extLst>
          </p:cNvPr>
          <p:cNvSpPr>
            <a:spLocks noGrp="1" noChangeArrowheads="1"/>
          </p:cNvSpPr>
          <p:nvPr>
            <p:ph type="title" idx="4294967295"/>
          </p:nvPr>
        </p:nvSpPr>
        <p:spPr>
          <a:xfrm>
            <a:off x="0" y="34176"/>
            <a:ext cx="8892480" cy="656623"/>
          </a:xfrm>
          <a:prstGeom prst="rect">
            <a:avLst/>
          </a:prstGeom>
        </p:spPr>
        <p:txBody>
          <a:bodyPr/>
          <a:lstStyle/>
          <a:p>
            <a:pPr eaLnBrk="1" hangingPunct="1">
              <a:defRPr/>
            </a:pPr>
            <a:r>
              <a:rPr lang="ja-JP" altLang="en-US" dirty="0">
                <a:latin typeface="+mn-lt"/>
                <a:cs typeface="Arial" charset="0"/>
              </a:rPr>
              <a:t>課題２</a:t>
            </a:r>
          </a:p>
        </p:txBody>
      </p:sp>
      <p:sp>
        <p:nvSpPr>
          <p:cNvPr id="25" name="テキスト ボックス 24">
            <a:extLst>
              <a:ext uri="{FF2B5EF4-FFF2-40B4-BE49-F238E27FC236}">
                <a16:creationId xmlns:a16="http://schemas.microsoft.com/office/drawing/2014/main" id="{DD919137-C957-4A18-A8AB-E75932F39904}"/>
              </a:ext>
            </a:extLst>
          </p:cNvPr>
          <p:cNvSpPr txBox="1"/>
          <p:nvPr/>
        </p:nvSpPr>
        <p:spPr>
          <a:xfrm>
            <a:off x="794170" y="1277796"/>
            <a:ext cx="8085951" cy="1323439"/>
          </a:xfrm>
          <a:prstGeom prst="rect">
            <a:avLst/>
          </a:prstGeom>
          <a:noFill/>
        </p:spPr>
        <p:txBody>
          <a:bodyPr wrap="square">
            <a:spAutoFit/>
          </a:bodyPr>
          <a:lstStyle/>
          <a:p>
            <a:pPr marL="457200" indent="-457200" eaLnBrk="1" hangingPunct="1">
              <a:buFont typeface="+mj-lt"/>
              <a:buAutoNum type="arabicPeriod"/>
              <a:defRPr/>
            </a:pPr>
            <a:r>
              <a:rPr lang="en-US" altLang="ja-JP" sz="2000" dirty="0">
                <a:cs typeface="Arial" pitchFamily="34" charset="0"/>
              </a:rPr>
              <a:t>eachrun.bat/</a:t>
            </a:r>
            <a:r>
              <a:rPr lang="en-US" altLang="ja-JP" sz="2000" dirty="0" err="1">
                <a:cs typeface="Arial" pitchFamily="34" charset="0"/>
              </a:rPr>
              <a:t>sh</a:t>
            </a:r>
            <a:r>
              <a:rPr lang="ja-JP" altLang="en-US" sz="2000" dirty="0">
                <a:cs typeface="Arial" pitchFamily="34" charset="0"/>
              </a:rPr>
              <a:t>をテキストエディタで開く*</a:t>
            </a:r>
            <a:endParaRPr lang="en-US" altLang="ja-JP" sz="2000" dirty="0">
              <a:cs typeface="Arial" pitchFamily="34" charset="0"/>
            </a:endParaRPr>
          </a:p>
          <a:p>
            <a:pPr marL="457200" indent="-457200" eaLnBrk="1" hangingPunct="1">
              <a:buFont typeface="+mj-lt"/>
              <a:buAutoNum type="arabicPeriod"/>
              <a:defRPr/>
            </a:pPr>
            <a:r>
              <a:rPr lang="en-US" altLang="ja-JP" sz="2000" dirty="0" err="1">
                <a:cs typeface="Arial" pitchFamily="34" charset="0"/>
              </a:rPr>
              <a:t>density.inp</a:t>
            </a:r>
            <a:r>
              <a:rPr lang="ja-JP" altLang="en-US" sz="2000" dirty="0">
                <a:cs typeface="Arial" pitchFamily="34" charset="0"/>
              </a:rPr>
              <a:t>に書き出す</a:t>
            </a:r>
            <a:r>
              <a:rPr lang="en-US" altLang="ja-JP" sz="2000" dirty="0">
                <a:cs typeface="Arial" pitchFamily="34" charset="0"/>
              </a:rPr>
              <a:t>c1</a:t>
            </a:r>
            <a:r>
              <a:rPr lang="ja-JP" altLang="en-US" sz="2000" dirty="0">
                <a:cs typeface="Arial" pitchFamily="34" charset="0"/>
              </a:rPr>
              <a:t>パラメータの値を</a:t>
            </a:r>
            <a:r>
              <a:rPr lang="en-US" altLang="ja-JP" sz="2000" dirty="0">
                <a:cs typeface="Arial" pitchFamily="34" charset="0"/>
              </a:rPr>
              <a:t>2.0</a:t>
            </a:r>
            <a:r>
              <a:rPr lang="ja-JP" altLang="en-US" sz="2000" dirty="0">
                <a:cs typeface="Arial" pitchFamily="34" charset="0"/>
              </a:rPr>
              <a:t>から</a:t>
            </a:r>
            <a:r>
              <a:rPr lang="en-US" altLang="ja-JP" sz="2000" dirty="0">
                <a:cs typeface="Arial" pitchFamily="34" charset="0"/>
              </a:rPr>
              <a:t>2.3</a:t>
            </a:r>
            <a:r>
              <a:rPr lang="ja-JP" altLang="en-US" sz="2000" dirty="0">
                <a:cs typeface="Arial" pitchFamily="34" charset="0"/>
              </a:rPr>
              <a:t>に変更</a:t>
            </a:r>
            <a:endParaRPr lang="en-US" altLang="ja-JP" sz="2000" dirty="0">
              <a:cs typeface="Arial" pitchFamily="34" charset="0"/>
            </a:endParaRPr>
          </a:p>
          <a:p>
            <a:pPr marL="457200" indent="-457200" eaLnBrk="1" hangingPunct="1">
              <a:buFont typeface="+mj-lt"/>
              <a:buAutoNum type="arabicPeriod"/>
              <a:defRPr/>
            </a:pPr>
            <a:r>
              <a:rPr lang="en-US" altLang="ja-JP" sz="2000" dirty="0">
                <a:cs typeface="Arial" pitchFamily="34" charset="0"/>
              </a:rPr>
              <a:t>eachrun.bat/</a:t>
            </a:r>
            <a:r>
              <a:rPr lang="en-US" altLang="ja-JP" sz="2000" dirty="0" err="1">
                <a:cs typeface="Arial" pitchFamily="34" charset="0"/>
              </a:rPr>
              <a:t>sh</a:t>
            </a:r>
            <a:r>
              <a:rPr lang="ja-JP" altLang="en-US" sz="2000" dirty="0">
                <a:cs typeface="Arial" pitchFamily="34" charset="0"/>
              </a:rPr>
              <a:t>を保存（忘れずに！）</a:t>
            </a:r>
            <a:endParaRPr lang="en-US" altLang="ja-JP" sz="2000" dirty="0">
              <a:cs typeface="Arial" pitchFamily="34" charset="0"/>
            </a:endParaRPr>
          </a:p>
          <a:p>
            <a:pPr marL="457200" indent="-457200" eaLnBrk="1" hangingPunct="1">
              <a:buFont typeface="+mj-lt"/>
              <a:buAutoNum type="arabicPeriod"/>
              <a:defRPr/>
            </a:pPr>
            <a:r>
              <a:rPr lang="en-US" altLang="ja-JP" sz="2000" dirty="0">
                <a:cs typeface="Arial" pitchFamily="34" charset="0"/>
              </a:rPr>
              <a:t>eachrun.bat/</a:t>
            </a:r>
            <a:r>
              <a:rPr lang="en-US" altLang="ja-JP" sz="2000" dirty="0" err="1">
                <a:cs typeface="Arial" pitchFamily="34" charset="0"/>
              </a:rPr>
              <a:t>sh</a:t>
            </a:r>
            <a:r>
              <a:rPr lang="ja-JP" altLang="en-US" sz="2000" dirty="0">
                <a:cs typeface="Arial" pitchFamily="34" charset="0"/>
              </a:rPr>
              <a:t>を実行する（ターミナルで</a:t>
            </a:r>
            <a:r>
              <a:rPr lang="en-US" altLang="ja-JP" sz="2000" dirty="0">
                <a:cs typeface="Arial" pitchFamily="34" charset="0"/>
              </a:rPr>
              <a:t>↑</a:t>
            </a:r>
            <a:r>
              <a:rPr lang="ja-JP" altLang="en-US" sz="2000" dirty="0">
                <a:cs typeface="Arial" pitchFamily="34" charset="0"/>
              </a:rPr>
              <a:t>を押してから</a:t>
            </a:r>
            <a:r>
              <a:rPr lang="en-US" altLang="ja-JP" sz="2000" dirty="0">
                <a:cs typeface="Arial" pitchFamily="34" charset="0"/>
              </a:rPr>
              <a:t>enter</a:t>
            </a:r>
            <a:r>
              <a:rPr lang="ja-JP" altLang="en-US" sz="2000" dirty="0">
                <a:cs typeface="Arial" pitchFamily="34" charset="0"/>
              </a:rPr>
              <a:t>キーを押す）</a:t>
            </a:r>
            <a:endParaRPr lang="en-US" altLang="ja-JP" sz="2000" dirty="0">
              <a:cs typeface="Arial" pitchFamily="34" charset="0"/>
            </a:endParaRPr>
          </a:p>
        </p:txBody>
      </p:sp>
      <p:sp>
        <p:nvSpPr>
          <p:cNvPr id="15" name="テキスト ボックス 20">
            <a:extLst>
              <a:ext uri="{FF2B5EF4-FFF2-40B4-BE49-F238E27FC236}">
                <a16:creationId xmlns:a16="http://schemas.microsoft.com/office/drawing/2014/main" id="{E0EA440A-054C-40E3-839B-04C7E7A155E3}"/>
              </a:ext>
            </a:extLst>
          </p:cNvPr>
          <p:cNvSpPr txBox="1">
            <a:spLocks noChangeArrowheads="1"/>
          </p:cNvSpPr>
          <p:nvPr/>
        </p:nvSpPr>
        <p:spPr bwMode="auto">
          <a:xfrm>
            <a:off x="611560" y="730822"/>
            <a:ext cx="8013943" cy="46166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buFontTx/>
              <a:buNone/>
            </a:pPr>
            <a:r>
              <a:rPr lang="ja-JP" altLang="en-US" sz="2400" dirty="0"/>
              <a:t>コンクリートの密度を</a:t>
            </a:r>
            <a:r>
              <a:rPr lang="en-US" altLang="ja-JP" sz="2400" dirty="0"/>
              <a:t>2.3g/cm</a:t>
            </a:r>
            <a:r>
              <a:rPr lang="en-US" altLang="ja-JP" sz="2400" baseline="30000" dirty="0"/>
              <a:t>3</a:t>
            </a:r>
            <a:r>
              <a:rPr lang="ja-JP" altLang="en-US" sz="2400" dirty="0"/>
              <a:t>に変更して</a:t>
            </a:r>
            <a:r>
              <a:rPr lang="en-US" altLang="ja-JP" sz="2400" dirty="0"/>
              <a:t>PHITS</a:t>
            </a:r>
            <a:r>
              <a:rPr lang="ja-JP" altLang="en-US" sz="2400" dirty="0"/>
              <a:t>を実行しよう</a:t>
            </a:r>
          </a:p>
        </p:txBody>
      </p:sp>
      <p:sp>
        <p:nvSpPr>
          <p:cNvPr id="16" name="Text Box 1031">
            <a:extLst>
              <a:ext uri="{FF2B5EF4-FFF2-40B4-BE49-F238E27FC236}">
                <a16:creationId xmlns:a16="http://schemas.microsoft.com/office/drawing/2014/main" id="{06805BFF-1B24-49A2-87C0-7BC0147E4675}"/>
              </a:ext>
            </a:extLst>
          </p:cNvPr>
          <p:cNvSpPr txBox="1">
            <a:spLocks noChangeArrowheads="1"/>
          </p:cNvSpPr>
          <p:nvPr/>
        </p:nvSpPr>
        <p:spPr bwMode="auto">
          <a:xfrm>
            <a:off x="467544" y="3219471"/>
            <a:ext cx="3472475" cy="785594"/>
          </a:xfrm>
          <a:prstGeom prst="rect">
            <a:avLst/>
          </a:prstGeom>
          <a:solidFill>
            <a:schemeClr val="bg1"/>
          </a:solidFill>
          <a:ln w="19050">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1400" dirty="0">
                <a:solidFill>
                  <a:srgbClr val="000000"/>
                </a:solidFill>
                <a:latin typeface="Tahoma" panose="020B0604030504040204" pitchFamily="34" charset="0"/>
              </a:rPr>
              <a:t>echo PHITS simulation using eachrun.bat</a:t>
            </a:r>
          </a:p>
          <a:p>
            <a:pPr eaLnBrk="1" hangingPunct="1">
              <a:spcBef>
                <a:spcPct val="0"/>
              </a:spcBef>
              <a:buFontTx/>
              <a:buNone/>
            </a:pPr>
            <a:r>
              <a:rPr lang="en-US" altLang="ja-JP" sz="1400" dirty="0">
                <a:solidFill>
                  <a:srgbClr val="000000"/>
                </a:solidFill>
                <a:latin typeface="Tahoma" panose="020B0604030504040204" pitchFamily="34" charset="0"/>
              </a:rPr>
              <a:t>echo set:c1[</a:t>
            </a:r>
            <a:r>
              <a:rPr lang="en-US" altLang="ja-JP" sz="1400" dirty="0">
                <a:solidFill>
                  <a:srgbClr val="FF0000"/>
                </a:solidFill>
                <a:latin typeface="Tahoma" panose="020B0604030504040204" pitchFamily="34" charset="0"/>
              </a:rPr>
              <a:t>2.3</a:t>
            </a:r>
            <a:r>
              <a:rPr lang="en-US" altLang="ja-JP" sz="1400" dirty="0">
                <a:solidFill>
                  <a:srgbClr val="000000"/>
                </a:solidFill>
                <a:latin typeface="Tahoma" panose="020B0604030504040204" pitchFamily="34" charset="0"/>
              </a:rPr>
              <a:t>] &gt; </a:t>
            </a:r>
            <a:r>
              <a:rPr lang="en-US" altLang="ja-JP" sz="1400" dirty="0" err="1">
                <a:solidFill>
                  <a:srgbClr val="000000"/>
                </a:solidFill>
                <a:latin typeface="Tahoma" panose="020B0604030504040204" pitchFamily="34" charset="0"/>
              </a:rPr>
              <a:t>density.inp</a:t>
            </a:r>
            <a:endParaRPr lang="en-US" altLang="ja-JP" sz="1400" dirty="0">
              <a:solidFill>
                <a:srgbClr val="000000"/>
              </a:solidFill>
              <a:latin typeface="Tahoma" panose="020B0604030504040204" pitchFamily="34" charset="0"/>
            </a:endParaRPr>
          </a:p>
          <a:p>
            <a:pPr eaLnBrk="1" hangingPunct="1">
              <a:spcBef>
                <a:spcPct val="0"/>
              </a:spcBef>
              <a:buFontTx/>
              <a:buNone/>
            </a:pPr>
            <a:r>
              <a:rPr lang="en-US" altLang="ja-JP" sz="1400" dirty="0">
                <a:solidFill>
                  <a:srgbClr val="000000"/>
                </a:solidFill>
                <a:latin typeface="Tahoma" panose="020B0604030504040204" pitchFamily="34" charset="0"/>
              </a:rPr>
              <a:t>call phits.bat </a:t>
            </a:r>
            <a:r>
              <a:rPr lang="en-US" altLang="ja-JP" sz="1400" dirty="0" err="1">
                <a:solidFill>
                  <a:srgbClr val="000000"/>
                </a:solidFill>
                <a:latin typeface="Tahoma" panose="020B0604030504040204" pitchFamily="34" charset="0"/>
              </a:rPr>
              <a:t>phits.inp</a:t>
            </a:r>
            <a:endParaRPr lang="pt-BR" altLang="ja-JP" sz="1400" dirty="0">
              <a:solidFill>
                <a:srgbClr val="000000"/>
              </a:solidFill>
              <a:latin typeface="Tahoma" panose="020B0604030504040204" pitchFamily="34" charset="0"/>
            </a:endParaRPr>
          </a:p>
        </p:txBody>
      </p:sp>
      <p:sp>
        <p:nvSpPr>
          <p:cNvPr id="17" name="Text Box 1030">
            <a:extLst>
              <a:ext uri="{FF2B5EF4-FFF2-40B4-BE49-F238E27FC236}">
                <a16:creationId xmlns:a16="http://schemas.microsoft.com/office/drawing/2014/main" id="{B814D34F-EE84-4178-BDBC-D60D6937D3EB}"/>
              </a:ext>
            </a:extLst>
          </p:cNvPr>
          <p:cNvSpPr txBox="1">
            <a:spLocks noChangeArrowheads="1"/>
          </p:cNvSpPr>
          <p:nvPr/>
        </p:nvSpPr>
        <p:spPr bwMode="auto">
          <a:xfrm>
            <a:off x="259281" y="2744202"/>
            <a:ext cx="1532792" cy="40011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2000" dirty="0">
                <a:solidFill>
                  <a:srgbClr val="000000"/>
                </a:solidFill>
                <a:latin typeface="Tahoma" panose="020B0604030504040204" pitchFamily="34" charset="0"/>
              </a:rPr>
              <a:t>eachrun.bat</a:t>
            </a:r>
          </a:p>
        </p:txBody>
      </p:sp>
      <p:sp>
        <p:nvSpPr>
          <p:cNvPr id="20" name="Text Box 1031">
            <a:extLst>
              <a:ext uri="{FF2B5EF4-FFF2-40B4-BE49-F238E27FC236}">
                <a16:creationId xmlns:a16="http://schemas.microsoft.com/office/drawing/2014/main" id="{C1E4F722-6723-4E7A-B7D9-F306A1E9FD79}"/>
              </a:ext>
            </a:extLst>
          </p:cNvPr>
          <p:cNvSpPr txBox="1">
            <a:spLocks noChangeArrowheads="1"/>
          </p:cNvSpPr>
          <p:nvPr/>
        </p:nvSpPr>
        <p:spPr bwMode="auto">
          <a:xfrm>
            <a:off x="467544" y="4996018"/>
            <a:ext cx="3472475" cy="785594"/>
          </a:xfrm>
          <a:prstGeom prst="rect">
            <a:avLst/>
          </a:prstGeom>
          <a:solidFill>
            <a:schemeClr val="bg1"/>
          </a:solidFill>
          <a:ln w="19050">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1400" dirty="0">
                <a:solidFill>
                  <a:srgbClr val="000000"/>
                </a:solidFill>
                <a:latin typeface="Tahoma" panose="020B0604030504040204" pitchFamily="34" charset="0"/>
              </a:rPr>
              <a:t>echo PHITS simulation using eachrun.sh</a:t>
            </a:r>
          </a:p>
          <a:p>
            <a:pPr eaLnBrk="1" hangingPunct="1">
              <a:spcBef>
                <a:spcPct val="0"/>
              </a:spcBef>
              <a:buFontTx/>
              <a:buNone/>
            </a:pPr>
            <a:r>
              <a:rPr lang="en-US" altLang="ja-JP" sz="1400" dirty="0">
                <a:solidFill>
                  <a:srgbClr val="000000"/>
                </a:solidFill>
                <a:latin typeface="Tahoma" panose="020B0604030504040204" pitchFamily="34" charset="0"/>
              </a:rPr>
              <a:t>echo set:c1[</a:t>
            </a:r>
            <a:r>
              <a:rPr lang="en-US" altLang="ja-JP" sz="1400" dirty="0">
                <a:solidFill>
                  <a:srgbClr val="FF0000"/>
                </a:solidFill>
                <a:latin typeface="Tahoma" panose="020B0604030504040204" pitchFamily="34" charset="0"/>
              </a:rPr>
              <a:t>2.3</a:t>
            </a:r>
            <a:r>
              <a:rPr lang="en-US" altLang="ja-JP" sz="1400" dirty="0">
                <a:solidFill>
                  <a:srgbClr val="000000"/>
                </a:solidFill>
                <a:latin typeface="Tahoma" panose="020B0604030504040204" pitchFamily="34" charset="0"/>
              </a:rPr>
              <a:t>] &gt; </a:t>
            </a:r>
            <a:r>
              <a:rPr lang="en-US" altLang="ja-JP" sz="1400" dirty="0" err="1">
                <a:solidFill>
                  <a:srgbClr val="000000"/>
                </a:solidFill>
                <a:latin typeface="Tahoma" panose="020B0604030504040204" pitchFamily="34" charset="0"/>
              </a:rPr>
              <a:t>density.inp</a:t>
            </a:r>
            <a:endParaRPr lang="en-US" altLang="ja-JP" sz="1400" dirty="0">
              <a:solidFill>
                <a:srgbClr val="000000"/>
              </a:solidFill>
              <a:latin typeface="Tahoma" panose="020B0604030504040204" pitchFamily="34" charset="0"/>
            </a:endParaRPr>
          </a:p>
          <a:p>
            <a:pPr eaLnBrk="1" hangingPunct="1">
              <a:spcBef>
                <a:spcPct val="0"/>
              </a:spcBef>
              <a:buFontTx/>
              <a:buNone/>
            </a:pPr>
            <a:r>
              <a:rPr lang="en-US" altLang="ja-JP" sz="1400" dirty="0">
                <a:solidFill>
                  <a:srgbClr val="000000"/>
                </a:solidFill>
                <a:latin typeface="Tahoma" panose="020B0604030504040204" pitchFamily="34" charset="0"/>
              </a:rPr>
              <a:t>phits.sh </a:t>
            </a:r>
            <a:r>
              <a:rPr lang="en-US" altLang="ja-JP" sz="1400" dirty="0" err="1">
                <a:solidFill>
                  <a:srgbClr val="000000"/>
                </a:solidFill>
                <a:latin typeface="Tahoma" panose="020B0604030504040204" pitchFamily="34" charset="0"/>
              </a:rPr>
              <a:t>phits.inp</a:t>
            </a:r>
            <a:endParaRPr lang="en-US" altLang="ja-JP" sz="1400" dirty="0">
              <a:solidFill>
                <a:srgbClr val="000000"/>
              </a:solidFill>
              <a:latin typeface="Tahoma" panose="020B0604030504040204" pitchFamily="34" charset="0"/>
            </a:endParaRPr>
          </a:p>
        </p:txBody>
      </p:sp>
      <p:sp>
        <p:nvSpPr>
          <p:cNvPr id="21" name="Text Box 1030">
            <a:extLst>
              <a:ext uri="{FF2B5EF4-FFF2-40B4-BE49-F238E27FC236}">
                <a16:creationId xmlns:a16="http://schemas.microsoft.com/office/drawing/2014/main" id="{771A8B2C-8ADE-425D-99E3-5A7F5E860983}"/>
              </a:ext>
            </a:extLst>
          </p:cNvPr>
          <p:cNvSpPr txBox="1">
            <a:spLocks noChangeArrowheads="1"/>
          </p:cNvSpPr>
          <p:nvPr/>
        </p:nvSpPr>
        <p:spPr bwMode="auto">
          <a:xfrm>
            <a:off x="203335" y="4533889"/>
            <a:ext cx="1426994" cy="40011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2000" dirty="0">
                <a:solidFill>
                  <a:srgbClr val="000000"/>
                </a:solidFill>
                <a:latin typeface="Tahoma" panose="020B0604030504040204" pitchFamily="34" charset="0"/>
              </a:rPr>
              <a:t>eachrun.sh</a:t>
            </a:r>
          </a:p>
        </p:txBody>
      </p:sp>
      <p:pic>
        <p:nvPicPr>
          <p:cNvPr id="29" name="図 28">
            <a:extLst>
              <a:ext uri="{FF2B5EF4-FFF2-40B4-BE49-F238E27FC236}">
                <a16:creationId xmlns:a16="http://schemas.microsoft.com/office/drawing/2014/main" id="{34591898-9732-487D-BF58-74E9D9BC5D43}"/>
              </a:ext>
            </a:extLst>
          </p:cNvPr>
          <p:cNvPicPr>
            <a:picLocks noChangeAspect="1"/>
          </p:cNvPicPr>
          <p:nvPr/>
        </p:nvPicPr>
        <p:blipFill rotWithShape="1">
          <a:blip r:embed="rId3"/>
          <a:srcRect l="3936" t="1807" r="3086" b="1807"/>
          <a:stretch/>
        </p:blipFill>
        <p:spPr>
          <a:xfrm>
            <a:off x="5203983" y="3076915"/>
            <a:ext cx="3040224" cy="2660478"/>
          </a:xfrm>
          <a:prstGeom prst="rect">
            <a:avLst/>
          </a:prstGeom>
        </p:spPr>
      </p:pic>
      <p:pic>
        <p:nvPicPr>
          <p:cNvPr id="4" name="図 3">
            <a:extLst>
              <a:ext uri="{FF2B5EF4-FFF2-40B4-BE49-F238E27FC236}">
                <a16:creationId xmlns:a16="http://schemas.microsoft.com/office/drawing/2014/main" id="{086249AB-B7FA-43FE-BF14-E21D70B2F23C}"/>
              </a:ext>
            </a:extLst>
          </p:cNvPr>
          <p:cNvPicPr>
            <a:picLocks noChangeAspect="1"/>
          </p:cNvPicPr>
          <p:nvPr/>
        </p:nvPicPr>
        <p:blipFill rotWithShape="1">
          <a:blip r:embed="rId4"/>
          <a:srcRect l="3601" t="3141" r="2745" b="3141"/>
          <a:stretch/>
        </p:blipFill>
        <p:spPr>
          <a:xfrm>
            <a:off x="5215268" y="3092919"/>
            <a:ext cx="3054388" cy="2652229"/>
          </a:xfrm>
          <a:prstGeom prst="rect">
            <a:avLst/>
          </a:prstGeom>
        </p:spPr>
      </p:pic>
      <p:sp>
        <p:nvSpPr>
          <p:cNvPr id="30" name="テキスト ボックス 29">
            <a:extLst>
              <a:ext uri="{FF2B5EF4-FFF2-40B4-BE49-F238E27FC236}">
                <a16:creationId xmlns:a16="http://schemas.microsoft.com/office/drawing/2014/main" id="{B6FD1BA4-E257-48CD-AAF5-83F368503081}"/>
              </a:ext>
            </a:extLst>
          </p:cNvPr>
          <p:cNvSpPr txBox="1"/>
          <p:nvPr/>
        </p:nvSpPr>
        <p:spPr>
          <a:xfrm>
            <a:off x="6199125" y="5752234"/>
            <a:ext cx="1858712" cy="400110"/>
          </a:xfrm>
          <a:prstGeom prst="rect">
            <a:avLst/>
          </a:prstGeom>
          <a:noFill/>
        </p:spPr>
        <p:txBody>
          <a:bodyPr wrap="square">
            <a:spAutoFit/>
          </a:bodyPr>
          <a:lstStyle/>
          <a:p>
            <a:r>
              <a:rPr kumimoji="1" lang="en-US" altLang="ja-JP" sz="2000" b="0" i="0" u="none" strike="noStrike" kern="1200" cap="none" spc="0" normalizeH="0" baseline="0" noProof="0" dirty="0" err="1">
                <a:ln>
                  <a:noFill/>
                </a:ln>
                <a:solidFill>
                  <a:schemeClr val="accent2"/>
                </a:solidFill>
                <a:effectLst/>
                <a:uLnTx/>
                <a:uFillTx/>
                <a:latin typeface="Arial" panose="020B0604020202020204" pitchFamily="34" charset="0"/>
                <a:ea typeface="ＭＳ Ｐゴシック" panose="020B0600070205080204" pitchFamily="50" charset="-128"/>
                <a:cs typeface="Arial" panose="020B0604020202020204" pitchFamily="34" charset="0"/>
              </a:rPr>
              <a:t>track_rz.eps</a:t>
            </a:r>
            <a:endParaRPr lang="ja-JP" altLang="en-US" dirty="0">
              <a:solidFill>
                <a:schemeClr val="accent2"/>
              </a:solidFill>
            </a:endParaRPr>
          </a:p>
        </p:txBody>
      </p:sp>
      <p:grpSp>
        <p:nvGrpSpPr>
          <p:cNvPr id="10" name="グループ化 9">
            <a:extLst>
              <a:ext uri="{FF2B5EF4-FFF2-40B4-BE49-F238E27FC236}">
                <a16:creationId xmlns:a16="http://schemas.microsoft.com/office/drawing/2014/main" id="{B1A62B72-8AC7-40A1-B2E0-497D3F2BEFF4}"/>
              </a:ext>
            </a:extLst>
          </p:cNvPr>
          <p:cNvGrpSpPr/>
          <p:nvPr/>
        </p:nvGrpSpPr>
        <p:grpSpPr>
          <a:xfrm>
            <a:off x="5940152" y="4094772"/>
            <a:ext cx="2315340" cy="979414"/>
            <a:chOff x="5940152" y="4094772"/>
            <a:chExt cx="2315340" cy="979414"/>
          </a:xfrm>
        </p:grpSpPr>
        <p:sp>
          <p:nvSpPr>
            <p:cNvPr id="31" name="テキスト ボックス 30">
              <a:extLst>
                <a:ext uri="{FF2B5EF4-FFF2-40B4-BE49-F238E27FC236}">
                  <a16:creationId xmlns:a16="http://schemas.microsoft.com/office/drawing/2014/main" id="{7FF8DBBA-D4B7-4F7C-BF7A-AFD91C939186}"/>
                </a:ext>
              </a:extLst>
            </p:cNvPr>
            <p:cNvSpPr txBox="1"/>
            <p:nvPr/>
          </p:nvSpPr>
          <p:spPr>
            <a:xfrm>
              <a:off x="5940152" y="4704854"/>
              <a:ext cx="2315340" cy="369332"/>
            </a:xfrm>
            <a:prstGeom prst="rect">
              <a:avLst/>
            </a:prstGeom>
            <a:noFill/>
          </p:spPr>
          <p:txBody>
            <a:bodyPr wrap="square">
              <a:spAutoFit/>
            </a:bodyPr>
            <a:lstStyle/>
            <a:p>
              <a:r>
                <a:rPr lang="ja-JP" altLang="en-US" sz="1800" dirty="0">
                  <a:solidFill>
                    <a:srgbClr val="FF0000"/>
                  </a:solidFill>
                  <a:cs typeface="Arial" pitchFamily="34" charset="0"/>
                </a:rPr>
                <a:t>深い位置で上昇する</a:t>
              </a:r>
              <a:endParaRPr lang="ja-JP" altLang="en-US" dirty="0">
                <a:solidFill>
                  <a:srgbClr val="FF0000"/>
                </a:solidFill>
              </a:endParaRPr>
            </a:p>
          </p:txBody>
        </p:sp>
        <p:sp>
          <p:nvSpPr>
            <p:cNvPr id="32" name="テキスト ボックス 31">
              <a:extLst>
                <a:ext uri="{FF2B5EF4-FFF2-40B4-BE49-F238E27FC236}">
                  <a16:creationId xmlns:a16="http://schemas.microsoft.com/office/drawing/2014/main" id="{9E6365CD-A42D-4D1E-85C0-6654138990FB}"/>
                </a:ext>
              </a:extLst>
            </p:cNvPr>
            <p:cNvSpPr txBox="1"/>
            <p:nvPr/>
          </p:nvSpPr>
          <p:spPr>
            <a:xfrm>
              <a:off x="7735984" y="4447114"/>
              <a:ext cx="269776" cy="369332"/>
            </a:xfrm>
            <a:prstGeom prst="rect">
              <a:avLst/>
            </a:prstGeom>
            <a:noFill/>
          </p:spPr>
          <p:txBody>
            <a:bodyPr wrap="square">
              <a:spAutoFit/>
            </a:bodyPr>
            <a:lstStyle/>
            <a:p>
              <a:r>
                <a:rPr lang="en-US" altLang="ja-JP" sz="1800" dirty="0">
                  <a:solidFill>
                    <a:srgbClr val="FF0000"/>
                  </a:solidFill>
                  <a:cs typeface="Arial" pitchFamily="34" charset="0"/>
                </a:rPr>
                <a:t>↑</a:t>
              </a:r>
              <a:endParaRPr lang="ja-JP" altLang="en-US" dirty="0">
                <a:solidFill>
                  <a:srgbClr val="FF0000"/>
                </a:solidFill>
              </a:endParaRPr>
            </a:p>
          </p:txBody>
        </p:sp>
        <p:sp>
          <p:nvSpPr>
            <p:cNvPr id="33" name="テキスト ボックス 32">
              <a:extLst>
                <a:ext uri="{FF2B5EF4-FFF2-40B4-BE49-F238E27FC236}">
                  <a16:creationId xmlns:a16="http://schemas.microsoft.com/office/drawing/2014/main" id="{983D9E8A-9AF9-4BBF-9EBA-AF31EB78775B}"/>
                </a:ext>
              </a:extLst>
            </p:cNvPr>
            <p:cNvSpPr txBox="1"/>
            <p:nvPr/>
          </p:nvSpPr>
          <p:spPr>
            <a:xfrm>
              <a:off x="7452320" y="4295499"/>
              <a:ext cx="269776" cy="369332"/>
            </a:xfrm>
            <a:prstGeom prst="rect">
              <a:avLst/>
            </a:prstGeom>
            <a:noFill/>
          </p:spPr>
          <p:txBody>
            <a:bodyPr wrap="square">
              <a:spAutoFit/>
            </a:bodyPr>
            <a:lstStyle/>
            <a:p>
              <a:r>
                <a:rPr lang="en-US" altLang="ja-JP" sz="1800" dirty="0">
                  <a:solidFill>
                    <a:srgbClr val="FF0000"/>
                  </a:solidFill>
                  <a:cs typeface="Arial" pitchFamily="34" charset="0"/>
                </a:rPr>
                <a:t>↑</a:t>
              </a:r>
              <a:endParaRPr lang="ja-JP" altLang="en-US" dirty="0">
                <a:solidFill>
                  <a:srgbClr val="FF0000"/>
                </a:solidFill>
              </a:endParaRPr>
            </a:p>
          </p:txBody>
        </p:sp>
        <p:sp>
          <p:nvSpPr>
            <p:cNvPr id="34" name="テキスト ボックス 33">
              <a:extLst>
                <a:ext uri="{FF2B5EF4-FFF2-40B4-BE49-F238E27FC236}">
                  <a16:creationId xmlns:a16="http://schemas.microsoft.com/office/drawing/2014/main" id="{ED9DDC39-EE50-4AE3-AE40-7691B84D1382}"/>
                </a:ext>
              </a:extLst>
            </p:cNvPr>
            <p:cNvSpPr txBox="1"/>
            <p:nvPr/>
          </p:nvSpPr>
          <p:spPr>
            <a:xfrm>
              <a:off x="7128481" y="4094772"/>
              <a:ext cx="269776" cy="369332"/>
            </a:xfrm>
            <a:prstGeom prst="rect">
              <a:avLst/>
            </a:prstGeom>
            <a:noFill/>
          </p:spPr>
          <p:txBody>
            <a:bodyPr wrap="square">
              <a:spAutoFit/>
            </a:bodyPr>
            <a:lstStyle/>
            <a:p>
              <a:r>
                <a:rPr lang="en-US" altLang="ja-JP" sz="1800" dirty="0">
                  <a:solidFill>
                    <a:srgbClr val="FF0000"/>
                  </a:solidFill>
                  <a:cs typeface="Arial" pitchFamily="34" charset="0"/>
                </a:rPr>
                <a:t>↑</a:t>
              </a:r>
              <a:endParaRPr lang="ja-JP" altLang="en-US" dirty="0">
                <a:solidFill>
                  <a:srgbClr val="FF0000"/>
                </a:solidFill>
              </a:endParaRPr>
            </a:p>
          </p:txBody>
        </p:sp>
      </p:grpSp>
      <p:sp>
        <p:nvSpPr>
          <p:cNvPr id="35" name="Text Box 1031">
            <a:extLst>
              <a:ext uri="{FF2B5EF4-FFF2-40B4-BE49-F238E27FC236}">
                <a16:creationId xmlns:a16="http://schemas.microsoft.com/office/drawing/2014/main" id="{11CB423E-1389-47D2-87E2-F4BF727303CC}"/>
              </a:ext>
            </a:extLst>
          </p:cNvPr>
          <p:cNvSpPr txBox="1">
            <a:spLocks noChangeArrowheads="1"/>
          </p:cNvSpPr>
          <p:nvPr/>
        </p:nvSpPr>
        <p:spPr bwMode="auto">
          <a:xfrm>
            <a:off x="1687877" y="3479086"/>
            <a:ext cx="75492" cy="160702"/>
          </a:xfrm>
          <a:prstGeom prst="rect">
            <a:avLst/>
          </a:prstGeom>
          <a:solidFill>
            <a:schemeClr val="bg1"/>
          </a:solidFill>
          <a:ln w="19050">
            <a:noFill/>
            <a:miter lim="800000"/>
            <a:headEnd/>
            <a:tailEnd/>
          </a:ln>
        </p:spPr>
        <p:txBody>
          <a:bodyPr lIns="0" tIns="0" rIns="0" bIns="0"/>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1400" dirty="0">
                <a:solidFill>
                  <a:srgbClr val="FF0000"/>
                </a:solidFill>
                <a:latin typeface="Tahoma" panose="020B0604030504040204" pitchFamily="34" charset="0"/>
              </a:rPr>
              <a:t>0</a:t>
            </a:r>
            <a:endParaRPr lang="pt-BR" altLang="ja-JP" sz="1400" dirty="0">
              <a:solidFill>
                <a:srgbClr val="FF0000"/>
              </a:solidFill>
              <a:latin typeface="Tahoma" panose="020B0604030504040204" pitchFamily="34" charset="0"/>
            </a:endParaRPr>
          </a:p>
        </p:txBody>
      </p:sp>
      <p:sp>
        <p:nvSpPr>
          <p:cNvPr id="36" name="Text Box 1031">
            <a:extLst>
              <a:ext uri="{FF2B5EF4-FFF2-40B4-BE49-F238E27FC236}">
                <a16:creationId xmlns:a16="http://schemas.microsoft.com/office/drawing/2014/main" id="{1ABD5B43-6C7A-4E95-9BF1-942B957A5D2B}"/>
              </a:ext>
            </a:extLst>
          </p:cNvPr>
          <p:cNvSpPr txBox="1">
            <a:spLocks noChangeArrowheads="1"/>
          </p:cNvSpPr>
          <p:nvPr/>
        </p:nvSpPr>
        <p:spPr bwMode="auto">
          <a:xfrm>
            <a:off x="1679488" y="5256438"/>
            <a:ext cx="75492" cy="160702"/>
          </a:xfrm>
          <a:prstGeom prst="rect">
            <a:avLst/>
          </a:prstGeom>
          <a:solidFill>
            <a:schemeClr val="bg1"/>
          </a:solidFill>
          <a:ln w="19050">
            <a:noFill/>
            <a:miter lim="800000"/>
            <a:headEnd/>
            <a:tailEnd/>
          </a:ln>
        </p:spPr>
        <p:txBody>
          <a:bodyPr lIns="0" tIns="0" rIns="0" bIns="0"/>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1400" dirty="0">
                <a:solidFill>
                  <a:srgbClr val="FF0000"/>
                </a:solidFill>
                <a:latin typeface="Tahoma" panose="020B0604030504040204" pitchFamily="34" charset="0"/>
              </a:rPr>
              <a:t>0</a:t>
            </a:r>
            <a:endParaRPr lang="pt-BR" altLang="ja-JP" sz="1400" dirty="0">
              <a:solidFill>
                <a:srgbClr val="FF0000"/>
              </a:solidFill>
              <a:latin typeface="Tahoma" panose="020B0604030504040204" pitchFamily="34" charset="0"/>
            </a:endParaRPr>
          </a:p>
        </p:txBody>
      </p:sp>
      <p:sp>
        <p:nvSpPr>
          <p:cNvPr id="2" name="テキスト ボックス 1">
            <a:extLst>
              <a:ext uri="{FF2B5EF4-FFF2-40B4-BE49-F238E27FC236}">
                <a16:creationId xmlns:a16="http://schemas.microsoft.com/office/drawing/2014/main" id="{6C121F5A-936D-2A38-B144-E0C4DF0BF511}"/>
              </a:ext>
            </a:extLst>
          </p:cNvPr>
          <p:cNvSpPr txBox="1"/>
          <p:nvPr/>
        </p:nvSpPr>
        <p:spPr>
          <a:xfrm>
            <a:off x="2267745" y="6378066"/>
            <a:ext cx="5228928" cy="523220"/>
          </a:xfrm>
          <a:prstGeom prst="rect">
            <a:avLst/>
          </a:prstGeom>
          <a:noFill/>
        </p:spPr>
        <p:txBody>
          <a:bodyPr wrap="square" rtlCol="0">
            <a:spAutoFit/>
          </a:bodyPr>
          <a:lstStyle/>
          <a:p>
            <a:r>
              <a:rPr lang="en-US" altLang="ja-JP" sz="1400" dirty="0"/>
              <a:t>*</a:t>
            </a:r>
            <a:r>
              <a:rPr lang="ja-JP" altLang="en-US" sz="1400" dirty="0"/>
              <a:t>バッチファイルの中身を編集する際は右クリックして「編集」もしくは「開く→テキストエディタ（</a:t>
            </a:r>
            <a:r>
              <a:rPr lang="en-US" altLang="ja-JP" sz="1400" dirty="0"/>
              <a:t>PHITS-Pad</a:t>
            </a:r>
            <a:r>
              <a:rPr lang="ja-JP" altLang="en-US" sz="1400" dirty="0"/>
              <a:t>など）」を選択</a:t>
            </a:r>
            <a:endParaRPr kumimoji="1" lang="ja-JP" altLang="en-US" sz="1400" dirty="0"/>
          </a:p>
        </p:txBody>
      </p:sp>
    </p:spTree>
    <p:extLst>
      <p:ext uri="{BB962C8B-B14F-4D97-AF65-F5344CB8AC3E}">
        <p14:creationId xmlns:p14="http://schemas.microsoft.com/office/powerpoint/2010/main" val="715716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500"/>
                                        <p:tgtEl>
                                          <p:spTgt spid="3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5"/>
                                        </p:tgtEl>
                                        <p:attrNameLst>
                                          <p:attrName>style.visibility</p:attrName>
                                        </p:attrNameLst>
                                      </p:cBhvr>
                                      <p:to>
                                        <p:strVal val="visible"/>
                                      </p:to>
                                    </p:set>
                                    <p:animEffect transition="in" filter="fade">
                                      <p:cBhvr>
                                        <p:cTn id="10" dur="500"/>
                                        <p:tgtEl>
                                          <p:spTgt spid="3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par>
                                <p:cTn id="16" presetID="10" presetClass="entr" presetSubtype="0" fill="hold"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2">
            <a:extLst>
              <a:ext uri="{FF2B5EF4-FFF2-40B4-BE49-F238E27FC236}">
                <a16:creationId xmlns:a16="http://schemas.microsoft.com/office/drawing/2014/main" id="{A426E410-C5E5-439A-A9E9-5DD834B1C9D6}"/>
              </a:ext>
            </a:extLst>
          </p:cNvPr>
          <p:cNvSpPr>
            <a:spLocks noGrp="1" noChangeArrowheads="1"/>
          </p:cNvSpPr>
          <p:nvPr>
            <p:ph type="title" idx="4294967295"/>
          </p:nvPr>
        </p:nvSpPr>
        <p:spPr>
          <a:xfrm>
            <a:off x="0" y="34176"/>
            <a:ext cx="8892480" cy="656623"/>
          </a:xfrm>
          <a:prstGeom prst="rect">
            <a:avLst/>
          </a:prstGeom>
        </p:spPr>
        <p:txBody>
          <a:bodyPr/>
          <a:lstStyle/>
          <a:p>
            <a:pPr eaLnBrk="1" hangingPunct="1">
              <a:defRPr/>
            </a:pPr>
            <a:r>
              <a:rPr lang="ja-JP" altLang="en-US" dirty="0">
                <a:latin typeface="+mn-lt"/>
                <a:cs typeface="Arial" charset="0"/>
              </a:rPr>
              <a:t>課題３</a:t>
            </a:r>
          </a:p>
        </p:txBody>
      </p:sp>
      <p:sp>
        <p:nvSpPr>
          <p:cNvPr id="25" name="テキスト ボックス 24">
            <a:extLst>
              <a:ext uri="{FF2B5EF4-FFF2-40B4-BE49-F238E27FC236}">
                <a16:creationId xmlns:a16="http://schemas.microsoft.com/office/drawing/2014/main" id="{DD919137-C957-4A18-A8AB-E75932F39904}"/>
              </a:ext>
            </a:extLst>
          </p:cNvPr>
          <p:cNvSpPr txBox="1"/>
          <p:nvPr/>
        </p:nvSpPr>
        <p:spPr>
          <a:xfrm>
            <a:off x="493020" y="1227612"/>
            <a:ext cx="8341434" cy="1323439"/>
          </a:xfrm>
          <a:prstGeom prst="rect">
            <a:avLst/>
          </a:prstGeom>
          <a:noFill/>
        </p:spPr>
        <p:txBody>
          <a:bodyPr wrap="square">
            <a:spAutoFit/>
          </a:bodyPr>
          <a:lstStyle/>
          <a:p>
            <a:pPr marL="457200" indent="-457200" eaLnBrk="1" hangingPunct="1">
              <a:buFont typeface="+mj-lt"/>
              <a:buAutoNum type="arabicPeriod"/>
              <a:defRPr/>
            </a:pPr>
            <a:r>
              <a:rPr lang="en-US" altLang="ja-JP" sz="2000" dirty="0">
                <a:cs typeface="Arial" pitchFamily="34" charset="0"/>
              </a:rPr>
              <a:t>c1[2.0]</a:t>
            </a:r>
            <a:r>
              <a:rPr lang="ja-JP" altLang="en-US" sz="2000" dirty="0">
                <a:cs typeface="Arial" pitchFamily="34" charset="0"/>
              </a:rPr>
              <a:t>を</a:t>
            </a:r>
            <a:r>
              <a:rPr lang="en-US" altLang="ja-JP" sz="2000" dirty="0">
                <a:cs typeface="Arial" pitchFamily="34" charset="0"/>
              </a:rPr>
              <a:t>Windows</a:t>
            </a:r>
            <a:r>
              <a:rPr lang="ja-JP" altLang="en-US" sz="2000" dirty="0">
                <a:cs typeface="Arial" pitchFamily="34" charset="0"/>
              </a:rPr>
              <a:t>の場合は</a:t>
            </a:r>
            <a:r>
              <a:rPr lang="en-US" altLang="ja-JP" sz="2000" dirty="0">
                <a:solidFill>
                  <a:srgbClr val="FF0000"/>
                </a:solidFill>
                <a:cs typeface="Arial" pitchFamily="34" charset="0"/>
              </a:rPr>
              <a:t>c1[%1]</a:t>
            </a:r>
            <a:r>
              <a:rPr lang="ja-JP" altLang="en-US" sz="2000" dirty="0">
                <a:cs typeface="Arial" pitchFamily="34" charset="0"/>
              </a:rPr>
              <a:t>に、</a:t>
            </a:r>
            <a:r>
              <a:rPr lang="en-US" altLang="ja-JP" sz="2000" dirty="0">
                <a:cs typeface="Arial" pitchFamily="34" charset="0"/>
              </a:rPr>
              <a:t>Mac/Linux</a:t>
            </a:r>
            <a:r>
              <a:rPr lang="ja-JP" altLang="en-US" sz="2000" dirty="0">
                <a:cs typeface="Arial" pitchFamily="34" charset="0"/>
              </a:rPr>
              <a:t>の場合は</a:t>
            </a:r>
            <a:r>
              <a:rPr lang="en-US" altLang="ja-JP" sz="2000" dirty="0">
                <a:solidFill>
                  <a:srgbClr val="FF0000"/>
                </a:solidFill>
                <a:cs typeface="Arial" pitchFamily="34" charset="0"/>
              </a:rPr>
              <a:t>c1[$1]</a:t>
            </a:r>
            <a:r>
              <a:rPr lang="ja-JP" altLang="en-US" sz="2000" dirty="0">
                <a:cs typeface="Arial" pitchFamily="34" charset="0"/>
              </a:rPr>
              <a:t>に変更</a:t>
            </a:r>
            <a:endParaRPr lang="en-US" altLang="ja-JP" sz="2000" dirty="0">
              <a:cs typeface="Arial" pitchFamily="34" charset="0"/>
            </a:endParaRPr>
          </a:p>
          <a:p>
            <a:pPr marL="457200" indent="-457200" eaLnBrk="1" hangingPunct="1">
              <a:buFont typeface="+mj-lt"/>
              <a:buAutoNum type="arabicPeriod"/>
              <a:defRPr/>
            </a:pPr>
            <a:r>
              <a:rPr lang="ja-JP" altLang="en-US" sz="2000" dirty="0">
                <a:cs typeface="Arial" pitchFamily="34" charset="0"/>
              </a:rPr>
              <a:t>編集したファイル（</a:t>
            </a:r>
            <a:r>
              <a:rPr lang="en-US" altLang="ja-JP" sz="2000" dirty="0">
                <a:cs typeface="Arial" pitchFamily="34" charset="0"/>
              </a:rPr>
              <a:t>eachrun.bat</a:t>
            </a:r>
            <a:r>
              <a:rPr lang="ja-JP" altLang="en-US" sz="2000" dirty="0">
                <a:cs typeface="Arial" pitchFamily="34" charset="0"/>
              </a:rPr>
              <a:t>もしくは</a:t>
            </a:r>
            <a:r>
              <a:rPr lang="en-US" altLang="ja-JP" sz="2000" dirty="0">
                <a:cs typeface="Arial" pitchFamily="34" charset="0"/>
              </a:rPr>
              <a:t>eachrun.sh</a:t>
            </a:r>
            <a:r>
              <a:rPr lang="ja-JP" altLang="en-US" sz="2000" dirty="0">
                <a:cs typeface="Arial" pitchFamily="34" charset="0"/>
              </a:rPr>
              <a:t>）を保存</a:t>
            </a:r>
            <a:endParaRPr lang="en-US" altLang="ja-JP" sz="2000" dirty="0">
              <a:cs typeface="Arial" pitchFamily="34" charset="0"/>
            </a:endParaRPr>
          </a:p>
          <a:p>
            <a:pPr marL="457200" indent="-457200" eaLnBrk="1" hangingPunct="1">
              <a:buFont typeface="+mj-lt"/>
              <a:buAutoNum type="arabicPeriod"/>
              <a:defRPr/>
            </a:pPr>
            <a:r>
              <a:rPr lang="ja-JP" altLang="en-US" sz="2000" dirty="0">
                <a:cs typeface="Arial" pitchFamily="34" charset="0"/>
              </a:rPr>
              <a:t>ターミナルで</a:t>
            </a:r>
            <a:r>
              <a:rPr lang="en-US" altLang="ja-JP" sz="2000" dirty="0">
                <a:cs typeface="Arial" pitchFamily="34" charset="0"/>
              </a:rPr>
              <a:t>Windows</a:t>
            </a:r>
            <a:r>
              <a:rPr lang="ja-JP" altLang="en-US" sz="2000" dirty="0">
                <a:cs typeface="Arial" pitchFamily="34" charset="0"/>
              </a:rPr>
              <a:t>の場合は</a:t>
            </a:r>
            <a:r>
              <a:rPr lang="en-US" altLang="ja-JP" sz="2000" dirty="0">
                <a:solidFill>
                  <a:srgbClr val="FF0000"/>
                </a:solidFill>
                <a:cs typeface="Arial" pitchFamily="34" charset="0"/>
              </a:rPr>
              <a:t>eachrun.bat 3.0</a:t>
            </a:r>
            <a:r>
              <a:rPr lang="ja-JP" altLang="en-US" sz="2000" dirty="0">
                <a:cs typeface="Arial" pitchFamily="34" charset="0"/>
              </a:rPr>
              <a:t>、</a:t>
            </a:r>
            <a:r>
              <a:rPr lang="en-US" altLang="ja-JP" sz="2000" dirty="0">
                <a:cs typeface="Arial" pitchFamily="34" charset="0"/>
              </a:rPr>
              <a:t>Mac/</a:t>
            </a:r>
            <a:r>
              <a:rPr lang="en-US" altLang="ja-JP" sz="2000" dirty="0" err="1">
                <a:cs typeface="Arial" pitchFamily="34" charset="0"/>
              </a:rPr>
              <a:t>Liux</a:t>
            </a:r>
            <a:r>
              <a:rPr lang="ja-JP" altLang="en-US" sz="2000" dirty="0">
                <a:cs typeface="Arial" pitchFamily="34" charset="0"/>
              </a:rPr>
              <a:t>の場合は</a:t>
            </a:r>
            <a:r>
              <a:rPr lang="en-US" altLang="ja-JP" sz="2000" dirty="0">
                <a:solidFill>
                  <a:srgbClr val="FF0000"/>
                </a:solidFill>
                <a:cs typeface="Arial" pitchFamily="34" charset="0"/>
              </a:rPr>
              <a:t>./eachrun.sh 3.0</a:t>
            </a:r>
            <a:r>
              <a:rPr lang="ja-JP" altLang="en-US" sz="2000" dirty="0">
                <a:cs typeface="Arial" pitchFamily="34" charset="0"/>
              </a:rPr>
              <a:t>と入力して実行</a:t>
            </a:r>
            <a:endParaRPr lang="en-US" altLang="ja-JP" sz="2000" dirty="0">
              <a:cs typeface="Arial" pitchFamily="34" charset="0"/>
            </a:endParaRPr>
          </a:p>
        </p:txBody>
      </p:sp>
      <p:sp>
        <p:nvSpPr>
          <p:cNvPr id="15" name="テキスト ボックス 20">
            <a:extLst>
              <a:ext uri="{FF2B5EF4-FFF2-40B4-BE49-F238E27FC236}">
                <a16:creationId xmlns:a16="http://schemas.microsoft.com/office/drawing/2014/main" id="{E0EA440A-054C-40E3-839B-04C7E7A155E3}"/>
              </a:ext>
            </a:extLst>
          </p:cNvPr>
          <p:cNvSpPr txBox="1">
            <a:spLocks noChangeArrowheads="1"/>
          </p:cNvSpPr>
          <p:nvPr/>
        </p:nvSpPr>
        <p:spPr bwMode="auto">
          <a:xfrm>
            <a:off x="1792072" y="718498"/>
            <a:ext cx="5085184" cy="46166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buFontTx/>
              <a:buNone/>
            </a:pPr>
            <a:r>
              <a:rPr lang="ja-JP" altLang="en-US" sz="2400" dirty="0"/>
              <a:t>スクリプトファイルで変数を利用しよう</a:t>
            </a:r>
          </a:p>
        </p:txBody>
      </p:sp>
      <p:sp>
        <p:nvSpPr>
          <p:cNvPr id="16" name="Text Box 1031">
            <a:extLst>
              <a:ext uri="{FF2B5EF4-FFF2-40B4-BE49-F238E27FC236}">
                <a16:creationId xmlns:a16="http://schemas.microsoft.com/office/drawing/2014/main" id="{06805BFF-1B24-49A2-87C0-7BC0147E4675}"/>
              </a:ext>
            </a:extLst>
          </p:cNvPr>
          <p:cNvSpPr txBox="1">
            <a:spLocks noChangeArrowheads="1"/>
          </p:cNvSpPr>
          <p:nvPr/>
        </p:nvSpPr>
        <p:spPr bwMode="auto">
          <a:xfrm>
            <a:off x="467543" y="3546934"/>
            <a:ext cx="3472475" cy="779726"/>
          </a:xfrm>
          <a:prstGeom prst="rect">
            <a:avLst/>
          </a:prstGeom>
          <a:solidFill>
            <a:schemeClr val="bg1"/>
          </a:solidFill>
          <a:ln w="19050">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1400" dirty="0">
                <a:solidFill>
                  <a:srgbClr val="000000"/>
                </a:solidFill>
                <a:latin typeface="Tahoma" panose="020B0604030504040204" pitchFamily="34" charset="0"/>
              </a:rPr>
              <a:t>echo PHITS simulation using eachrun.bat</a:t>
            </a:r>
          </a:p>
          <a:p>
            <a:pPr eaLnBrk="1" hangingPunct="1">
              <a:spcBef>
                <a:spcPct val="0"/>
              </a:spcBef>
              <a:buFontTx/>
              <a:buNone/>
            </a:pPr>
            <a:r>
              <a:rPr lang="en-US" altLang="ja-JP" sz="1400" dirty="0">
                <a:solidFill>
                  <a:srgbClr val="000000"/>
                </a:solidFill>
                <a:latin typeface="Tahoma" panose="020B0604030504040204" pitchFamily="34" charset="0"/>
              </a:rPr>
              <a:t>echo set:c1[</a:t>
            </a:r>
            <a:r>
              <a:rPr lang="en-US" altLang="ja-JP" sz="1400" dirty="0">
                <a:solidFill>
                  <a:srgbClr val="FF0000"/>
                </a:solidFill>
                <a:latin typeface="Tahoma" panose="020B0604030504040204" pitchFamily="34" charset="0"/>
              </a:rPr>
              <a:t>2.0</a:t>
            </a:r>
            <a:r>
              <a:rPr lang="en-US" altLang="ja-JP" sz="1400" dirty="0">
                <a:solidFill>
                  <a:srgbClr val="000000"/>
                </a:solidFill>
                <a:latin typeface="Tahoma" panose="020B0604030504040204" pitchFamily="34" charset="0"/>
              </a:rPr>
              <a:t>] &gt; </a:t>
            </a:r>
            <a:r>
              <a:rPr lang="en-US" altLang="ja-JP" sz="1400" dirty="0" err="1">
                <a:solidFill>
                  <a:srgbClr val="000000"/>
                </a:solidFill>
                <a:latin typeface="Tahoma" panose="020B0604030504040204" pitchFamily="34" charset="0"/>
              </a:rPr>
              <a:t>density.inp</a:t>
            </a:r>
            <a:endParaRPr lang="en-US" altLang="ja-JP" sz="1400" dirty="0">
              <a:solidFill>
                <a:srgbClr val="000000"/>
              </a:solidFill>
              <a:latin typeface="Tahoma" panose="020B0604030504040204" pitchFamily="34" charset="0"/>
            </a:endParaRPr>
          </a:p>
          <a:p>
            <a:pPr eaLnBrk="1" hangingPunct="1">
              <a:spcBef>
                <a:spcPct val="0"/>
              </a:spcBef>
              <a:buFontTx/>
              <a:buNone/>
            </a:pPr>
            <a:r>
              <a:rPr lang="en-US" altLang="ja-JP" sz="1400" dirty="0">
                <a:solidFill>
                  <a:srgbClr val="000000"/>
                </a:solidFill>
                <a:latin typeface="Tahoma" panose="020B0604030504040204" pitchFamily="34" charset="0"/>
              </a:rPr>
              <a:t>call phits.bat </a:t>
            </a:r>
            <a:r>
              <a:rPr lang="en-US" altLang="ja-JP" sz="1400" dirty="0" err="1">
                <a:solidFill>
                  <a:srgbClr val="000000"/>
                </a:solidFill>
                <a:latin typeface="Tahoma" panose="020B0604030504040204" pitchFamily="34" charset="0"/>
              </a:rPr>
              <a:t>phits.inp</a:t>
            </a:r>
            <a:endParaRPr lang="pt-BR" altLang="ja-JP" sz="1400" dirty="0">
              <a:solidFill>
                <a:srgbClr val="000000"/>
              </a:solidFill>
              <a:latin typeface="Tahoma" panose="020B0604030504040204" pitchFamily="34" charset="0"/>
            </a:endParaRPr>
          </a:p>
        </p:txBody>
      </p:sp>
      <p:sp>
        <p:nvSpPr>
          <p:cNvPr id="17" name="Text Box 1030">
            <a:extLst>
              <a:ext uri="{FF2B5EF4-FFF2-40B4-BE49-F238E27FC236}">
                <a16:creationId xmlns:a16="http://schemas.microsoft.com/office/drawing/2014/main" id="{B814D34F-EE84-4178-BDBC-D60D6937D3EB}"/>
              </a:ext>
            </a:extLst>
          </p:cNvPr>
          <p:cNvSpPr txBox="1">
            <a:spLocks noChangeArrowheads="1"/>
          </p:cNvSpPr>
          <p:nvPr/>
        </p:nvSpPr>
        <p:spPr bwMode="auto">
          <a:xfrm>
            <a:off x="259280" y="3071665"/>
            <a:ext cx="1532792" cy="40011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2000" dirty="0">
                <a:solidFill>
                  <a:srgbClr val="000000"/>
                </a:solidFill>
                <a:latin typeface="Tahoma" panose="020B0604030504040204" pitchFamily="34" charset="0"/>
              </a:rPr>
              <a:t>eachrun.bat</a:t>
            </a:r>
          </a:p>
        </p:txBody>
      </p:sp>
      <p:sp>
        <p:nvSpPr>
          <p:cNvPr id="20" name="Text Box 1031">
            <a:extLst>
              <a:ext uri="{FF2B5EF4-FFF2-40B4-BE49-F238E27FC236}">
                <a16:creationId xmlns:a16="http://schemas.microsoft.com/office/drawing/2014/main" id="{C1E4F722-6723-4E7A-B7D9-F306A1E9FD79}"/>
              </a:ext>
            </a:extLst>
          </p:cNvPr>
          <p:cNvSpPr txBox="1">
            <a:spLocks noChangeArrowheads="1"/>
          </p:cNvSpPr>
          <p:nvPr/>
        </p:nvSpPr>
        <p:spPr bwMode="auto">
          <a:xfrm>
            <a:off x="467543" y="5152677"/>
            <a:ext cx="3472475" cy="809299"/>
          </a:xfrm>
          <a:prstGeom prst="rect">
            <a:avLst/>
          </a:prstGeom>
          <a:solidFill>
            <a:schemeClr val="bg1"/>
          </a:solidFill>
          <a:ln w="19050">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1400" dirty="0">
                <a:solidFill>
                  <a:srgbClr val="000000"/>
                </a:solidFill>
                <a:latin typeface="Tahoma" panose="020B0604030504040204" pitchFamily="34" charset="0"/>
              </a:rPr>
              <a:t>echo PHITS simulation using eachrun.sh</a:t>
            </a:r>
          </a:p>
          <a:p>
            <a:pPr eaLnBrk="1" hangingPunct="1">
              <a:spcBef>
                <a:spcPct val="0"/>
              </a:spcBef>
              <a:buFontTx/>
              <a:buNone/>
            </a:pPr>
            <a:r>
              <a:rPr lang="en-US" altLang="ja-JP" sz="1400" dirty="0">
                <a:solidFill>
                  <a:srgbClr val="000000"/>
                </a:solidFill>
                <a:latin typeface="Tahoma" panose="020B0604030504040204" pitchFamily="34" charset="0"/>
              </a:rPr>
              <a:t>echo set:c1[</a:t>
            </a:r>
            <a:r>
              <a:rPr lang="en-US" altLang="ja-JP" sz="1400" dirty="0">
                <a:solidFill>
                  <a:srgbClr val="FF0000"/>
                </a:solidFill>
                <a:latin typeface="Tahoma" panose="020B0604030504040204" pitchFamily="34" charset="0"/>
              </a:rPr>
              <a:t>2.0</a:t>
            </a:r>
            <a:r>
              <a:rPr lang="en-US" altLang="ja-JP" sz="1400" dirty="0">
                <a:solidFill>
                  <a:srgbClr val="000000"/>
                </a:solidFill>
                <a:latin typeface="Tahoma" panose="020B0604030504040204" pitchFamily="34" charset="0"/>
              </a:rPr>
              <a:t>] &gt; </a:t>
            </a:r>
            <a:r>
              <a:rPr lang="en-US" altLang="ja-JP" sz="1400" dirty="0" err="1">
                <a:solidFill>
                  <a:srgbClr val="000000"/>
                </a:solidFill>
                <a:latin typeface="Tahoma" panose="020B0604030504040204" pitchFamily="34" charset="0"/>
              </a:rPr>
              <a:t>density.inp</a:t>
            </a:r>
            <a:endParaRPr lang="en-US" altLang="ja-JP" sz="1400" dirty="0">
              <a:solidFill>
                <a:srgbClr val="000000"/>
              </a:solidFill>
              <a:latin typeface="Tahoma" panose="020B0604030504040204" pitchFamily="34" charset="0"/>
            </a:endParaRPr>
          </a:p>
          <a:p>
            <a:pPr eaLnBrk="1" hangingPunct="1">
              <a:spcBef>
                <a:spcPct val="0"/>
              </a:spcBef>
              <a:buFontTx/>
              <a:buNone/>
            </a:pPr>
            <a:r>
              <a:rPr lang="en-US" altLang="ja-JP" sz="1400" dirty="0">
                <a:solidFill>
                  <a:srgbClr val="000000"/>
                </a:solidFill>
                <a:latin typeface="Tahoma" panose="020B0604030504040204" pitchFamily="34" charset="0"/>
              </a:rPr>
              <a:t>phits.sh </a:t>
            </a:r>
            <a:r>
              <a:rPr lang="en-US" altLang="ja-JP" sz="1400" dirty="0" err="1">
                <a:solidFill>
                  <a:srgbClr val="000000"/>
                </a:solidFill>
                <a:latin typeface="Tahoma" panose="020B0604030504040204" pitchFamily="34" charset="0"/>
              </a:rPr>
              <a:t>phits.inp</a:t>
            </a:r>
            <a:endParaRPr lang="en-US" altLang="ja-JP" sz="1400" dirty="0">
              <a:solidFill>
                <a:srgbClr val="000000"/>
              </a:solidFill>
              <a:latin typeface="Tahoma" panose="020B0604030504040204" pitchFamily="34" charset="0"/>
            </a:endParaRPr>
          </a:p>
        </p:txBody>
      </p:sp>
      <p:sp>
        <p:nvSpPr>
          <p:cNvPr id="21" name="Text Box 1030">
            <a:extLst>
              <a:ext uri="{FF2B5EF4-FFF2-40B4-BE49-F238E27FC236}">
                <a16:creationId xmlns:a16="http://schemas.microsoft.com/office/drawing/2014/main" id="{771A8B2C-8ADE-425D-99E3-5A7F5E860983}"/>
              </a:ext>
            </a:extLst>
          </p:cNvPr>
          <p:cNvSpPr txBox="1">
            <a:spLocks noChangeArrowheads="1"/>
          </p:cNvSpPr>
          <p:nvPr/>
        </p:nvSpPr>
        <p:spPr bwMode="auto">
          <a:xfrm>
            <a:off x="203334" y="4690548"/>
            <a:ext cx="1426994" cy="40011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2000" dirty="0">
                <a:solidFill>
                  <a:srgbClr val="000000"/>
                </a:solidFill>
                <a:latin typeface="Tahoma" panose="020B0604030504040204" pitchFamily="34" charset="0"/>
              </a:rPr>
              <a:t>eachrun.sh</a:t>
            </a:r>
          </a:p>
        </p:txBody>
      </p:sp>
      <p:pic>
        <p:nvPicPr>
          <p:cNvPr id="29" name="図 28">
            <a:extLst>
              <a:ext uri="{FF2B5EF4-FFF2-40B4-BE49-F238E27FC236}">
                <a16:creationId xmlns:a16="http://schemas.microsoft.com/office/drawing/2014/main" id="{34591898-9732-487D-BF58-74E9D9BC5D43}"/>
              </a:ext>
            </a:extLst>
          </p:cNvPr>
          <p:cNvPicPr>
            <a:picLocks noChangeAspect="1"/>
          </p:cNvPicPr>
          <p:nvPr/>
        </p:nvPicPr>
        <p:blipFill rotWithShape="1">
          <a:blip r:embed="rId3"/>
          <a:srcRect l="3936" t="1807" r="3086" b="1807"/>
          <a:stretch/>
        </p:blipFill>
        <p:spPr>
          <a:xfrm>
            <a:off x="5174235" y="3223527"/>
            <a:ext cx="3040224" cy="2660478"/>
          </a:xfrm>
          <a:prstGeom prst="rect">
            <a:avLst/>
          </a:prstGeom>
        </p:spPr>
      </p:pic>
      <p:pic>
        <p:nvPicPr>
          <p:cNvPr id="4" name="図 3">
            <a:extLst>
              <a:ext uri="{FF2B5EF4-FFF2-40B4-BE49-F238E27FC236}">
                <a16:creationId xmlns:a16="http://schemas.microsoft.com/office/drawing/2014/main" id="{086249AB-B7FA-43FE-BF14-E21D70B2F23C}"/>
              </a:ext>
            </a:extLst>
          </p:cNvPr>
          <p:cNvPicPr>
            <a:picLocks noChangeAspect="1"/>
          </p:cNvPicPr>
          <p:nvPr/>
        </p:nvPicPr>
        <p:blipFill rotWithShape="1">
          <a:blip r:embed="rId4"/>
          <a:srcRect l="3601" t="3141" r="2745" b="3141"/>
          <a:stretch/>
        </p:blipFill>
        <p:spPr>
          <a:xfrm>
            <a:off x="5185520" y="3239531"/>
            <a:ext cx="3054388" cy="2652229"/>
          </a:xfrm>
          <a:prstGeom prst="rect">
            <a:avLst/>
          </a:prstGeom>
        </p:spPr>
      </p:pic>
      <p:sp>
        <p:nvSpPr>
          <p:cNvPr id="30" name="テキスト ボックス 29">
            <a:extLst>
              <a:ext uri="{FF2B5EF4-FFF2-40B4-BE49-F238E27FC236}">
                <a16:creationId xmlns:a16="http://schemas.microsoft.com/office/drawing/2014/main" id="{B6FD1BA4-E257-48CD-AAF5-83F368503081}"/>
              </a:ext>
            </a:extLst>
          </p:cNvPr>
          <p:cNvSpPr txBox="1"/>
          <p:nvPr/>
        </p:nvSpPr>
        <p:spPr>
          <a:xfrm>
            <a:off x="6069297" y="5869252"/>
            <a:ext cx="1858712" cy="400110"/>
          </a:xfrm>
          <a:prstGeom prst="rect">
            <a:avLst/>
          </a:prstGeom>
          <a:noFill/>
        </p:spPr>
        <p:txBody>
          <a:bodyPr wrap="square">
            <a:spAutoFit/>
          </a:bodyPr>
          <a:lstStyle/>
          <a:p>
            <a:r>
              <a:rPr kumimoji="1" lang="en-US" altLang="ja-JP" sz="2000" b="0" i="0" u="none" strike="noStrike" kern="1200" cap="none" spc="0" normalizeH="0" baseline="0" noProof="0" dirty="0" err="1">
                <a:ln>
                  <a:noFill/>
                </a:ln>
                <a:solidFill>
                  <a:schemeClr val="accent2"/>
                </a:solidFill>
                <a:effectLst/>
                <a:uLnTx/>
                <a:uFillTx/>
                <a:latin typeface="Arial" panose="020B0604020202020204" pitchFamily="34" charset="0"/>
                <a:ea typeface="ＭＳ Ｐゴシック" panose="020B0600070205080204" pitchFamily="50" charset="-128"/>
                <a:cs typeface="Arial" panose="020B0604020202020204" pitchFamily="34" charset="0"/>
              </a:rPr>
              <a:t>track_rz.eps</a:t>
            </a:r>
            <a:endParaRPr lang="ja-JP" altLang="en-US" dirty="0">
              <a:solidFill>
                <a:schemeClr val="accent2"/>
              </a:solidFill>
            </a:endParaRPr>
          </a:p>
        </p:txBody>
      </p:sp>
      <p:sp>
        <p:nvSpPr>
          <p:cNvPr id="35" name="Text Box 1031">
            <a:extLst>
              <a:ext uri="{FF2B5EF4-FFF2-40B4-BE49-F238E27FC236}">
                <a16:creationId xmlns:a16="http://schemas.microsoft.com/office/drawing/2014/main" id="{11CB423E-1389-47D2-87E2-F4BF727303CC}"/>
              </a:ext>
            </a:extLst>
          </p:cNvPr>
          <p:cNvSpPr txBox="1">
            <a:spLocks noChangeArrowheads="1"/>
          </p:cNvSpPr>
          <p:nvPr/>
        </p:nvSpPr>
        <p:spPr bwMode="auto">
          <a:xfrm>
            <a:off x="1528160" y="3810390"/>
            <a:ext cx="343843" cy="236059"/>
          </a:xfrm>
          <a:prstGeom prst="rect">
            <a:avLst/>
          </a:prstGeom>
          <a:solidFill>
            <a:schemeClr val="bg1"/>
          </a:solidFill>
          <a:ln w="19050">
            <a:noFill/>
            <a:miter lim="800000"/>
            <a:headEnd/>
            <a:tailEnd/>
          </a:ln>
        </p:spPr>
        <p:txBody>
          <a:bodyPr lIns="0" tIns="0" rIns="0" bIns="0"/>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1400" dirty="0">
                <a:solidFill>
                  <a:srgbClr val="FF0000"/>
                </a:solidFill>
                <a:latin typeface="Tahoma" panose="020B0604030504040204" pitchFamily="34" charset="0"/>
              </a:rPr>
              <a:t>%1</a:t>
            </a:r>
            <a:r>
              <a:rPr lang="en-US" altLang="ja-JP" sz="1400" dirty="0">
                <a:latin typeface="Tahoma" panose="020B0604030504040204" pitchFamily="34" charset="0"/>
              </a:rPr>
              <a:t>]</a:t>
            </a:r>
            <a:endParaRPr lang="pt-BR" altLang="ja-JP" sz="1400" dirty="0">
              <a:latin typeface="Tahoma" panose="020B0604030504040204" pitchFamily="34" charset="0"/>
            </a:endParaRPr>
          </a:p>
        </p:txBody>
      </p:sp>
      <p:sp>
        <p:nvSpPr>
          <p:cNvPr id="36" name="Text Box 1031">
            <a:extLst>
              <a:ext uri="{FF2B5EF4-FFF2-40B4-BE49-F238E27FC236}">
                <a16:creationId xmlns:a16="http://schemas.microsoft.com/office/drawing/2014/main" id="{1ABD5B43-6C7A-4E95-9BF1-942B957A5D2B}"/>
              </a:ext>
            </a:extLst>
          </p:cNvPr>
          <p:cNvSpPr txBox="1">
            <a:spLocks noChangeArrowheads="1"/>
          </p:cNvSpPr>
          <p:nvPr/>
        </p:nvSpPr>
        <p:spPr bwMode="auto">
          <a:xfrm>
            <a:off x="2411759" y="4582501"/>
            <a:ext cx="75492" cy="160702"/>
          </a:xfrm>
          <a:prstGeom prst="rect">
            <a:avLst/>
          </a:prstGeom>
          <a:solidFill>
            <a:schemeClr val="bg1"/>
          </a:solidFill>
          <a:ln w="19050">
            <a:noFill/>
            <a:miter lim="800000"/>
            <a:headEnd/>
            <a:tailEnd/>
          </a:ln>
        </p:spPr>
        <p:txBody>
          <a:bodyPr lIns="0" tIns="0" rIns="0" bIns="0"/>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endParaRPr lang="pt-BR" altLang="ja-JP" sz="1400" dirty="0">
              <a:solidFill>
                <a:srgbClr val="FF0000"/>
              </a:solidFill>
              <a:latin typeface="Tahoma" panose="020B0604030504040204" pitchFamily="34" charset="0"/>
            </a:endParaRPr>
          </a:p>
        </p:txBody>
      </p:sp>
      <p:sp>
        <p:nvSpPr>
          <p:cNvPr id="23" name="Text Box 1031">
            <a:extLst>
              <a:ext uri="{FF2B5EF4-FFF2-40B4-BE49-F238E27FC236}">
                <a16:creationId xmlns:a16="http://schemas.microsoft.com/office/drawing/2014/main" id="{2A8776DB-B0E6-4FD0-8E53-68D40EAF4B25}"/>
              </a:ext>
            </a:extLst>
          </p:cNvPr>
          <p:cNvSpPr txBox="1">
            <a:spLocks noChangeArrowheads="1"/>
          </p:cNvSpPr>
          <p:nvPr/>
        </p:nvSpPr>
        <p:spPr bwMode="auto">
          <a:xfrm>
            <a:off x="1534869" y="5416800"/>
            <a:ext cx="343843" cy="236059"/>
          </a:xfrm>
          <a:prstGeom prst="rect">
            <a:avLst/>
          </a:prstGeom>
          <a:solidFill>
            <a:schemeClr val="bg1"/>
          </a:solidFill>
          <a:ln w="19050">
            <a:noFill/>
            <a:miter lim="800000"/>
            <a:headEnd/>
            <a:tailEnd/>
          </a:ln>
        </p:spPr>
        <p:txBody>
          <a:bodyPr lIns="0" tIns="0" rIns="0" bIns="0"/>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1400" dirty="0">
                <a:solidFill>
                  <a:srgbClr val="FF0000"/>
                </a:solidFill>
                <a:latin typeface="Tahoma" panose="020B0604030504040204" pitchFamily="34" charset="0"/>
              </a:rPr>
              <a:t>$1</a:t>
            </a:r>
            <a:r>
              <a:rPr lang="en-US" altLang="ja-JP" sz="1400" dirty="0">
                <a:latin typeface="Tahoma" panose="020B0604030504040204" pitchFamily="34" charset="0"/>
              </a:rPr>
              <a:t>]</a:t>
            </a:r>
            <a:endParaRPr lang="pt-BR" altLang="ja-JP" sz="1400" dirty="0">
              <a:latin typeface="Tahoma" panose="020B0604030504040204" pitchFamily="34" charset="0"/>
            </a:endParaRPr>
          </a:p>
        </p:txBody>
      </p:sp>
      <p:pic>
        <p:nvPicPr>
          <p:cNvPr id="6" name="図 5">
            <a:extLst>
              <a:ext uri="{FF2B5EF4-FFF2-40B4-BE49-F238E27FC236}">
                <a16:creationId xmlns:a16="http://schemas.microsoft.com/office/drawing/2014/main" id="{254C4381-1C2B-4546-8784-4F38E17582AB}"/>
              </a:ext>
            </a:extLst>
          </p:cNvPr>
          <p:cNvPicPr>
            <a:picLocks noChangeAspect="1"/>
          </p:cNvPicPr>
          <p:nvPr/>
        </p:nvPicPr>
        <p:blipFill rotWithShape="1">
          <a:blip r:embed="rId5"/>
          <a:srcRect l="10853" t="17463" r="33463" b="8332"/>
          <a:stretch/>
        </p:blipFill>
        <p:spPr>
          <a:xfrm>
            <a:off x="5203984" y="3242558"/>
            <a:ext cx="3040223" cy="2679886"/>
          </a:xfrm>
          <a:prstGeom prst="rect">
            <a:avLst/>
          </a:prstGeom>
        </p:spPr>
      </p:pic>
      <p:grpSp>
        <p:nvGrpSpPr>
          <p:cNvPr id="10" name="グループ化 9">
            <a:extLst>
              <a:ext uri="{FF2B5EF4-FFF2-40B4-BE49-F238E27FC236}">
                <a16:creationId xmlns:a16="http://schemas.microsoft.com/office/drawing/2014/main" id="{B1A62B72-8AC7-40A1-B2E0-497D3F2BEFF4}"/>
              </a:ext>
            </a:extLst>
          </p:cNvPr>
          <p:cNvGrpSpPr/>
          <p:nvPr/>
        </p:nvGrpSpPr>
        <p:grpSpPr>
          <a:xfrm>
            <a:off x="7098733" y="4241384"/>
            <a:ext cx="1392615" cy="973753"/>
            <a:chOff x="7128481" y="4094772"/>
            <a:chExt cx="1392615" cy="973753"/>
          </a:xfrm>
        </p:grpSpPr>
        <p:sp>
          <p:nvSpPr>
            <p:cNvPr id="32" name="テキスト ボックス 31">
              <a:extLst>
                <a:ext uri="{FF2B5EF4-FFF2-40B4-BE49-F238E27FC236}">
                  <a16:creationId xmlns:a16="http://schemas.microsoft.com/office/drawing/2014/main" id="{9E6365CD-A42D-4D1E-85C0-6654138990FB}"/>
                </a:ext>
              </a:extLst>
            </p:cNvPr>
            <p:cNvSpPr txBox="1"/>
            <p:nvPr/>
          </p:nvSpPr>
          <p:spPr>
            <a:xfrm>
              <a:off x="7741614" y="4699193"/>
              <a:ext cx="269776" cy="369332"/>
            </a:xfrm>
            <a:prstGeom prst="rect">
              <a:avLst/>
            </a:prstGeom>
            <a:noFill/>
          </p:spPr>
          <p:txBody>
            <a:bodyPr wrap="square">
              <a:spAutoFit/>
            </a:bodyPr>
            <a:lstStyle/>
            <a:p>
              <a:r>
                <a:rPr lang="en-US" altLang="ja-JP" sz="1800" dirty="0">
                  <a:solidFill>
                    <a:srgbClr val="FF0000"/>
                  </a:solidFill>
                  <a:cs typeface="Arial" pitchFamily="34" charset="0"/>
                </a:rPr>
                <a:t>↓</a:t>
              </a:r>
              <a:endParaRPr lang="ja-JP" altLang="en-US" dirty="0">
                <a:solidFill>
                  <a:srgbClr val="FF0000"/>
                </a:solidFill>
              </a:endParaRPr>
            </a:p>
          </p:txBody>
        </p:sp>
        <p:sp>
          <p:nvSpPr>
            <p:cNvPr id="33" name="テキスト ボックス 32">
              <a:extLst>
                <a:ext uri="{FF2B5EF4-FFF2-40B4-BE49-F238E27FC236}">
                  <a16:creationId xmlns:a16="http://schemas.microsoft.com/office/drawing/2014/main" id="{983D9E8A-9AF9-4BBF-9EBA-AF31EB78775B}"/>
                </a:ext>
              </a:extLst>
            </p:cNvPr>
            <p:cNvSpPr txBox="1"/>
            <p:nvPr/>
          </p:nvSpPr>
          <p:spPr>
            <a:xfrm>
              <a:off x="7453374" y="4376914"/>
              <a:ext cx="269776" cy="369332"/>
            </a:xfrm>
            <a:prstGeom prst="rect">
              <a:avLst/>
            </a:prstGeom>
            <a:noFill/>
          </p:spPr>
          <p:txBody>
            <a:bodyPr wrap="square">
              <a:spAutoFit/>
            </a:bodyPr>
            <a:lstStyle/>
            <a:p>
              <a:r>
                <a:rPr lang="en-US" altLang="ja-JP" sz="1800" dirty="0">
                  <a:solidFill>
                    <a:srgbClr val="FF0000"/>
                  </a:solidFill>
                  <a:cs typeface="Arial" pitchFamily="34" charset="0"/>
                </a:rPr>
                <a:t>↓</a:t>
              </a:r>
              <a:endParaRPr lang="ja-JP" altLang="en-US" dirty="0">
                <a:solidFill>
                  <a:srgbClr val="FF0000"/>
                </a:solidFill>
              </a:endParaRPr>
            </a:p>
          </p:txBody>
        </p:sp>
        <p:sp>
          <p:nvSpPr>
            <p:cNvPr id="34" name="テキスト ボックス 33">
              <a:extLst>
                <a:ext uri="{FF2B5EF4-FFF2-40B4-BE49-F238E27FC236}">
                  <a16:creationId xmlns:a16="http://schemas.microsoft.com/office/drawing/2014/main" id="{ED9DDC39-EE50-4AE3-AE40-7691B84D1382}"/>
                </a:ext>
              </a:extLst>
            </p:cNvPr>
            <p:cNvSpPr txBox="1"/>
            <p:nvPr/>
          </p:nvSpPr>
          <p:spPr>
            <a:xfrm>
              <a:off x="7128481" y="4094772"/>
              <a:ext cx="269776" cy="369332"/>
            </a:xfrm>
            <a:prstGeom prst="rect">
              <a:avLst/>
            </a:prstGeom>
            <a:noFill/>
          </p:spPr>
          <p:txBody>
            <a:bodyPr wrap="square">
              <a:spAutoFit/>
            </a:bodyPr>
            <a:lstStyle/>
            <a:p>
              <a:r>
                <a:rPr lang="en-US" altLang="ja-JP" sz="1800" dirty="0">
                  <a:solidFill>
                    <a:srgbClr val="FF0000"/>
                  </a:solidFill>
                  <a:cs typeface="Arial" pitchFamily="34" charset="0"/>
                </a:rPr>
                <a:t>↓</a:t>
              </a:r>
              <a:endParaRPr lang="ja-JP" altLang="en-US" dirty="0">
                <a:solidFill>
                  <a:srgbClr val="FF0000"/>
                </a:solidFill>
              </a:endParaRPr>
            </a:p>
          </p:txBody>
        </p:sp>
        <p:sp>
          <p:nvSpPr>
            <p:cNvPr id="31" name="テキスト ボックス 30">
              <a:extLst>
                <a:ext uri="{FF2B5EF4-FFF2-40B4-BE49-F238E27FC236}">
                  <a16:creationId xmlns:a16="http://schemas.microsoft.com/office/drawing/2014/main" id="{7FF8DBBA-D4B7-4F7C-BF7A-AFD91C939186}"/>
                </a:ext>
              </a:extLst>
            </p:cNvPr>
            <p:cNvSpPr txBox="1"/>
            <p:nvPr/>
          </p:nvSpPr>
          <p:spPr>
            <a:xfrm>
              <a:off x="7394418" y="4106108"/>
              <a:ext cx="1126678" cy="369332"/>
            </a:xfrm>
            <a:prstGeom prst="rect">
              <a:avLst/>
            </a:prstGeom>
            <a:noFill/>
          </p:spPr>
          <p:txBody>
            <a:bodyPr wrap="square">
              <a:spAutoFit/>
            </a:bodyPr>
            <a:lstStyle/>
            <a:p>
              <a:r>
                <a:rPr lang="ja-JP" altLang="en-US" dirty="0">
                  <a:solidFill>
                    <a:srgbClr val="FF0000"/>
                  </a:solidFill>
                  <a:cs typeface="Arial" pitchFamily="34" charset="0"/>
                </a:rPr>
                <a:t>減少</a:t>
              </a:r>
              <a:endParaRPr lang="ja-JP" altLang="en-US" dirty="0">
                <a:solidFill>
                  <a:srgbClr val="FF0000"/>
                </a:solidFill>
              </a:endParaRPr>
            </a:p>
          </p:txBody>
        </p:sp>
      </p:grpSp>
      <p:sp>
        <p:nvSpPr>
          <p:cNvPr id="27" name="Rectangle 8">
            <a:extLst>
              <a:ext uri="{FF2B5EF4-FFF2-40B4-BE49-F238E27FC236}">
                <a16:creationId xmlns:a16="http://schemas.microsoft.com/office/drawing/2014/main" id="{C785E16F-0A7D-41F6-BEEF-F8F9636442A6}"/>
              </a:ext>
            </a:extLst>
          </p:cNvPr>
          <p:cNvSpPr txBox="1">
            <a:spLocks noChangeArrowheads="1"/>
          </p:cNvSpPr>
          <p:nvPr/>
        </p:nvSpPr>
        <p:spPr bwMode="auto">
          <a:xfrm>
            <a:off x="9369" y="2547171"/>
            <a:ext cx="9108504" cy="431633"/>
          </a:xfrm>
          <a:prstGeom prst="rect">
            <a:avLst/>
          </a:prstGeom>
          <a:solidFill>
            <a:schemeClr val="accent2"/>
          </a:solidFill>
          <a:ln w="19050">
            <a:solidFill>
              <a:schemeClr val="accent4"/>
            </a:solidFill>
          </a:ln>
          <a:effectLst>
            <a:outerShdw blurRad="50800" dist="38100" dir="2700000" algn="tl" rotWithShape="0">
              <a:prstClr val="black">
                <a:alpha val="40000"/>
              </a:prstClr>
            </a:outerShdw>
          </a:effectLst>
        </p:spPr>
        <p:txBody>
          <a:bodyPr/>
          <a:lstStyle>
            <a:lvl1pPr>
              <a:spcBef>
                <a:spcPct val="20000"/>
              </a:spcBef>
              <a:buChar char="•"/>
              <a:defRPr kumimoji="1" sz="3200">
                <a:solidFill>
                  <a:schemeClr val="tx1"/>
                </a:solidFill>
                <a:latin typeface="Times New Roman" pitchFamily="18" charset="0"/>
                <a:ea typeface="ＭＳ Ｐゴシック" pitchFamily="50" charset="-128"/>
              </a:defRPr>
            </a:lvl1pPr>
            <a:lvl2pPr marL="742950" indent="-285750">
              <a:spcBef>
                <a:spcPct val="20000"/>
              </a:spcBef>
              <a:buChar char="–"/>
              <a:defRPr kumimoji="1" sz="2800">
                <a:solidFill>
                  <a:schemeClr val="tx1"/>
                </a:solidFill>
                <a:latin typeface="Times New Roman" pitchFamily="18" charset="0"/>
                <a:ea typeface="ＭＳ Ｐゴシック" pitchFamily="50" charset="-128"/>
              </a:defRPr>
            </a:lvl2pPr>
            <a:lvl3pPr marL="1143000" indent="-228600">
              <a:spcBef>
                <a:spcPct val="20000"/>
              </a:spcBef>
              <a:buChar char="•"/>
              <a:defRPr kumimoji="1" sz="2400">
                <a:solidFill>
                  <a:schemeClr val="tx1"/>
                </a:solidFill>
                <a:latin typeface="Times New Roman" pitchFamily="18" charset="0"/>
                <a:ea typeface="ＭＳ Ｐゴシック" pitchFamily="50" charset="-128"/>
              </a:defRPr>
            </a:lvl3pPr>
            <a:lvl4pPr marL="1600200" indent="-228600">
              <a:spcBef>
                <a:spcPct val="20000"/>
              </a:spcBef>
              <a:buChar char="–"/>
              <a:defRPr kumimoji="1" sz="2000">
                <a:solidFill>
                  <a:schemeClr val="tx1"/>
                </a:solidFill>
                <a:latin typeface="Times New Roman" pitchFamily="18" charset="0"/>
                <a:ea typeface="ＭＳ Ｐゴシック" pitchFamily="50" charset="-128"/>
              </a:defRPr>
            </a:lvl4pPr>
            <a:lvl5pPr marL="2057400" indent="-22860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buFontTx/>
              <a:buNone/>
              <a:defRPr/>
            </a:pPr>
            <a:r>
              <a:rPr lang="en-US" altLang="ja-JP" sz="2000" b="1" dirty="0">
                <a:solidFill>
                  <a:srgbClr val="FFFF00"/>
                </a:solidFill>
                <a:latin typeface="+mn-lt"/>
              </a:rPr>
              <a:t>%1</a:t>
            </a:r>
            <a:r>
              <a:rPr lang="ja-JP" altLang="en-US" sz="2000" b="1" dirty="0">
                <a:solidFill>
                  <a:srgbClr val="FFFF00"/>
                </a:solidFill>
                <a:latin typeface="+mn-lt"/>
              </a:rPr>
              <a:t>（もしくは</a:t>
            </a:r>
            <a:r>
              <a:rPr lang="en-US" altLang="ja-JP" sz="2000" b="1" dirty="0">
                <a:solidFill>
                  <a:srgbClr val="FFFF00"/>
                </a:solidFill>
                <a:latin typeface="+mn-lt"/>
              </a:rPr>
              <a:t>$1</a:t>
            </a:r>
            <a:r>
              <a:rPr lang="ja-JP" altLang="en-US" sz="2000" b="1" dirty="0">
                <a:solidFill>
                  <a:srgbClr val="FFFF00"/>
                </a:solidFill>
                <a:latin typeface="+mn-lt"/>
              </a:rPr>
              <a:t>）は</a:t>
            </a:r>
            <a:r>
              <a:rPr lang="en-US" altLang="ja-JP" sz="2000" b="1" dirty="0">
                <a:solidFill>
                  <a:srgbClr val="FFFF00"/>
                </a:solidFill>
                <a:latin typeface="+mn-lt"/>
              </a:rPr>
              <a:t>eachrun.bat/</a:t>
            </a:r>
            <a:r>
              <a:rPr lang="en-US" altLang="ja-JP" sz="2000" b="1" dirty="0" err="1">
                <a:solidFill>
                  <a:srgbClr val="FFFF00"/>
                </a:solidFill>
                <a:latin typeface="+mn-lt"/>
              </a:rPr>
              <a:t>sh</a:t>
            </a:r>
            <a:r>
              <a:rPr lang="ja-JP" altLang="en-US" sz="2000" b="1" dirty="0">
                <a:solidFill>
                  <a:srgbClr val="FFFF00"/>
                </a:solidFill>
                <a:latin typeface="+mn-lt"/>
              </a:rPr>
              <a:t>の後ろにスペース区切りで指定する１つ目の変数</a:t>
            </a:r>
            <a:endParaRPr lang="en-US" altLang="ja-JP" sz="2000" b="1" dirty="0">
              <a:solidFill>
                <a:srgbClr val="FFFF00"/>
              </a:solidFill>
              <a:latin typeface="+mn-lt"/>
            </a:endParaRPr>
          </a:p>
        </p:txBody>
      </p:sp>
    </p:spTree>
    <p:extLst>
      <p:ext uri="{BB962C8B-B14F-4D97-AF65-F5344CB8AC3E}">
        <p14:creationId xmlns:p14="http://schemas.microsoft.com/office/powerpoint/2010/main" val="4187580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5"/>
                                        </p:tgtEl>
                                        <p:attrNameLst>
                                          <p:attrName>style.visibility</p:attrName>
                                        </p:attrNameLst>
                                      </p:cBhvr>
                                      <p:to>
                                        <p:strVal val="visible"/>
                                      </p:to>
                                    </p:set>
                                    <p:animEffect transition="in" filter="fade">
                                      <p:cBhvr>
                                        <p:cTn id="10" dur="500"/>
                                        <p:tgtEl>
                                          <p:spTgt spid="35"/>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2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テキスト ボックス 13">
            <a:extLst>
              <a:ext uri="{FF2B5EF4-FFF2-40B4-BE49-F238E27FC236}">
                <a16:creationId xmlns:a16="http://schemas.microsoft.com/office/drawing/2014/main" id="{0D64A887-28FB-411E-B96C-CA1D9F0C9C66}"/>
              </a:ext>
            </a:extLst>
          </p:cNvPr>
          <p:cNvSpPr txBox="1"/>
          <p:nvPr/>
        </p:nvSpPr>
        <p:spPr>
          <a:xfrm>
            <a:off x="2051720" y="6437221"/>
            <a:ext cx="6336704" cy="400110"/>
          </a:xfrm>
          <a:prstGeom prst="rect">
            <a:avLst/>
          </a:prstGeom>
          <a:noFill/>
        </p:spPr>
        <p:txBody>
          <a:bodyPr wrap="square" rtlCol="0">
            <a:spAutoFit/>
          </a:bodyPr>
          <a:lstStyle/>
          <a:p>
            <a:r>
              <a:rPr lang="en-US" altLang="ja-JP" sz="2000" dirty="0"/>
              <a:t>\</a:t>
            </a:r>
            <a:r>
              <a:rPr lang="ja-JP" altLang="en-US" sz="2000" dirty="0"/>
              <a:t>マークは</a:t>
            </a:r>
            <a:r>
              <a:rPr lang="en-US" altLang="ja-JP" sz="2000" dirty="0"/>
              <a:t>US</a:t>
            </a:r>
            <a:r>
              <a:rPr lang="ja-JP" altLang="en-US" sz="2000" dirty="0"/>
              <a:t>キーボードだと　　　こんな感じのキーになる</a:t>
            </a:r>
            <a:endParaRPr kumimoji="1" lang="ja-JP" altLang="en-US" sz="2000" dirty="0"/>
          </a:p>
        </p:txBody>
      </p:sp>
      <p:sp>
        <p:nvSpPr>
          <p:cNvPr id="8" name="四角形: 角度付き 7">
            <a:extLst>
              <a:ext uri="{FF2B5EF4-FFF2-40B4-BE49-F238E27FC236}">
                <a16:creationId xmlns:a16="http://schemas.microsoft.com/office/drawing/2014/main" id="{DF592CB3-8F0C-4DCC-982B-88A5DFF2ACAE}"/>
              </a:ext>
            </a:extLst>
          </p:cNvPr>
          <p:cNvSpPr/>
          <p:nvPr/>
        </p:nvSpPr>
        <p:spPr>
          <a:xfrm>
            <a:off x="5159155" y="6475934"/>
            <a:ext cx="364726" cy="337765"/>
          </a:xfrm>
          <a:prstGeom prst="bevel">
            <a:avLst>
              <a:gd name="adj" fmla="val 17467"/>
            </a:avLst>
          </a:prstGeom>
          <a:solidFill>
            <a:schemeClr val="bg1">
              <a:lumMod val="75000"/>
            </a:schemeClr>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988" name="Rectangle 2">
            <a:extLst>
              <a:ext uri="{FF2B5EF4-FFF2-40B4-BE49-F238E27FC236}">
                <a16:creationId xmlns:a16="http://schemas.microsoft.com/office/drawing/2014/main" id="{A426E410-C5E5-439A-A9E9-5DD834B1C9D6}"/>
              </a:ext>
            </a:extLst>
          </p:cNvPr>
          <p:cNvSpPr>
            <a:spLocks noGrp="1" noChangeArrowheads="1"/>
          </p:cNvSpPr>
          <p:nvPr>
            <p:ph type="title" idx="4294967295"/>
          </p:nvPr>
        </p:nvSpPr>
        <p:spPr>
          <a:xfrm>
            <a:off x="0" y="34176"/>
            <a:ext cx="8892480" cy="656623"/>
          </a:xfrm>
          <a:prstGeom prst="rect">
            <a:avLst/>
          </a:prstGeom>
        </p:spPr>
        <p:txBody>
          <a:bodyPr/>
          <a:lstStyle/>
          <a:p>
            <a:pPr eaLnBrk="1" hangingPunct="1">
              <a:defRPr/>
            </a:pPr>
            <a:r>
              <a:rPr lang="ja-JP" altLang="en-US" dirty="0">
                <a:latin typeface="+mn-lt"/>
                <a:cs typeface="Arial" charset="0"/>
              </a:rPr>
              <a:t>課題４</a:t>
            </a:r>
          </a:p>
        </p:txBody>
      </p:sp>
      <p:sp>
        <p:nvSpPr>
          <p:cNvPr id="25" name="テキスト ボックス 24">
            <a:extLst>
              <a:ext uri="{FF2B5EF4-FFF2-40B4-BE49-F238E27FC236}">
                <a16:creationId xmlns:a16="http://schemas.microsoft.com/office/drawing/2014/main" id="{DD919137-C957-4A18-A8AB-E75932F39904}"/>
              </a:ext>
            </a:extLst>
          </p:cNvPr>
          <p:cNvSpPr txBox="1"/>
          <p:nvPr/>
        </p:nvSpPr>
        <p:spPr>
          <a:xfrm>
            <a:off x="81782" y="1236376"/>
            <a:ext cx="8996356" cy="1631216"/>
          </a:xfrm>
          <a:prstGeom prst="rect">
            <a:avLst/>
          </a:prstGeom>
          <a:noFill/>
        </p:spPr>
        <p:txBody>
          <a:bodyPr wrap="square">
            <a:spAutoFit/>
          </a:bodyPr>
          <a:lstStyle/>
          <a:p>
            <a:pPr marL="457200" indent="-457200" eaLnBrk="1" hangingPunct="1">
              <a:buFont typeface="+mj-lt"/>
              <a:buAutoNum type="arabicPeriod"/>
              <a:defRPr/>
            </a:pPr>
            <a:r>
              <a:rPr lang="en-US" altLang="ja-JP" sz="2000" dirty="0">
                <a:cs typeface="Arial" pitchFamily="34" charset="0"/>
              </a:rPr>
              <a:t>PHITS</a:t>
            </a:r>
            <a:r>
              <a:rPr lang="ja-JP" altLang="en-US" sz="2000" dirty="0">
                <a:cs typeface="Arial" pitchFamily="34" charset="0"/>
              </a:rPr>
              <a:t>実行後に新しいフォルダ</a:t>
            </a:r>
            <a:r>
              <a:rPr lang="en-US" altLang="ja-JP" sz="2000" dirty="0" err="1">
                <a:cs typeface="Arial" pitchFamily="34" charset="0"/>
              </a:rPr>
              <a:t>eachout</a:t>
            </a:r>
            <a:r>
              <a:rPr lang="en-US" altLang="ja-JP" sz="2000" dirty="0">
                <a:cs typeface="Arial" pitchFamily="34" charset="0"/>
              </a:rPr>
              <a:t>\%1</a:t>
            </a:r>
            <a:r>
              <a:rPr lang="ja-JP" altLang="en-US" sz="2000" dirty="0">
                <a:cs typeface="Arial" pitchFamily="34" charset="0"/>
              </a:rPr>
              <a:t>を作成し、そのフォルダ内に全ての計算結果（</a:t>
            </a:r>
            <a:r>
              <a:rPr lang="en-US" altLang="ja-JP" sz="2000" dirty="0">
                <a:cs typeface="Arial" pitchFamily="34" charset="0"/>
              </a:rPr>
              <a:t>*.out</a:t>
            </a:r>
            <a:r>
              <a:rPr lang="ja-JP" altLang="en-US" sz="2000" dirty="0">
                <a:cs typeface="Arial" pitchFamily="34" charset="0"/>
              </a:rPr>
              <a:t>及び</a:t>
            </a:r>
            <a:r>
              <a:rPr lang="en-US" altLang="ja-JP" sz="2000" dirty="0">
                <a:cs typeface="Arial" pitchFamily="34" charset="0"/>
              </a:rPr>
              <a:t>*.eps</a:t>
            </a:r>
            <a:r>
              <a:rPr lang="ja-JP" altLang="en-US" sz="2000" dirty="0">
                <a:cs typeface="Arial" pitchFamily="34" charset="0"/>
              </a:rPr>
              <a:t>ファイル）をコピーするコマンドを</a:t>
            </a:r>
            <a:r>
              <a:rPr lang="en-US" altLang="ja-JP" sz="2000" dirty="0">
                <a:cs typeface="Arial" pitchFamily="34" charset="0"/>
              </a:rPr>
              <a:t>eachrun.bat/</a:t>
            </a:r>
            <a:r>
              <a:rPr lang="en-US" altLang="ja-JP" sz="2000" dirty="0" err="1">
                <a:cs typeface="Arial" pitchFamily="34" charset="0"/>
              </a:rPr>
              <a:t>sh</a:t>
            </a:r>
            <a:r>
              <a:rPr lang="ja-JP" altLang="en-US" sz="2000" dirty="0">
                <a:cs typeface="Arial" pitchFamily="34" charset="0"/>
              </a:rPr>
              <a:t>に追加</a:t>
            </a:r>
            <a:endParaRPr lang="en-US" altLang="ja-JP" sz="2000" dirty="0">
              <a:cs typeface="Arial" pitchFamily="34" charset="0"/>
            </a:endParaRPr>
          </a:p>
          <a:p>
            <a:pPr marL="457200" indent="-457200" eaLnBrk="1" hangingPunct="1">
              <a:buFont typeface="+mj-lt"/>
              <a:buAutoNum type="arabicPeriod"/>
              <a:defRPr/>
            </a:pPr>
            <a:r>
              <a:rPr lang="ja-JP" altLang="en-US" sz="2000" dirty="0">
                <a:cs typeface="Arial" pitchFamily="34" charset="0"/>
              </a:rPr>
              <a:t>ターミナルで</a:t>
            </a:r>
            <a:r>
              <a:rPr lang="en-US" altLang="ja-JP" sz="2000" dirty="0">
                <a:cs typeface="Arial" pitchFamily="34" charset="0"/>
              </a:rPr>
              <a:t>Windows</a:t>
            </a:r>
            <a:r>
              <a:rPr lang="ja-JP" altLang="en-US" sz="2000" dirty="0">
                <a:cs typeface="Arial" pitchFamily="34" charset="0"/>
              </a:rPr>
              <a:t>の場合は</a:t>
            </a:r>
            <a:r>
              <a:rPr lang="en-US" altLang="ja-JP" sz="2000" dirty="0">
                <a:solidFill>
                  <a:srgbClr val="FF0000"/>
                </a:solidFill>
                <a:cs typeface="Arial" pitchFamily="34" charset="0"/>
              </a:rPr>
              <a:t>eachrun.bat 2.0</a:t>
            </a:r>
            <a:r>
              <a:rPr lang="ja-JP" altLang="en-US" sz="2000" dirty="0">
                <a:cs typeface="Arial" pitchFamily="34" charset="0"/>
              </a:rPr>
              <a:t>、</a:t>
            </a:r>
            <a:r>
              <a:rPr lang="en-US" altLang="ja-JP" sz="2000" dirty="0">
                <a:cs typeface="Arial" pitchFamily="34" charset="0"/>
              </a:rPr>
              <a:t>Mac/</a:t>
            </a:r>
            <a:r>
              <a:rPr lang="en-US" altLang="ja-JP" sz="2000" dirty="0" err="1">
                <a:cs typeface="Arial" pitchFamily="34" charset="0"/>
              </a:rPr>
              <a:t>Liux</a:t>
            </a:r>
            <a:r>
              <a:rPr lang="ja-JP" altLang="en-US" sz="2000" dirty="0">
                <a:cs typeface="Arial" pitchFamily="34" charset="0"/>
              </a:rPr>
              <a:t>の場合は</a:t>
            </a:r>
            <a:r>
              <a:rPr lang="en-US" altLang="ja-JP" sz="2000" dirty="0">
                <a:solidFill>
                  <a:srgbClr val="FF0000"/>
                </a:solidFill>
                <a:cs typeface="Arial" pitchFamily="34" charset="0"/>
              </a:rPr>
              <a:t>./eachrun.sh 2.0</a:t>
            </a:r>
            <a:r>
              <a:rPr lang="ja-JP" altLang="en-US" sz="2000" dirty="0">
                <a:cs typeface="Arial" pitchFamily="34" charset="0"/>
              </a:rPr>
              <a:t>と入力して実行</a:t>
            </a:r>
            <a:endParaRPr lang="en-US" altLang="ja-JP" sz="2000" dirty="0">
              <a:cs typeface="Arial" pitchFamily="34" charset="0"/>
            </a:endParaRPr>
          </a:p>
          <a:p>
            <a:pPr marL="457200" indent="-457200" eaLnBrk="1" hangingPunct="1">
              <a:buFont typeface="+mj-lt"/>
              <a:buAutoNum type="arabicPeriod"/>
              <a:defRPr/>
            </a:pPr>
            <a:r>
              <a:rPr lang="en-US" altLang="ja-JP" sz="2000" dirty="0" err="1">
                <a:cs typeface="Arial" pitchFamily="34" charset="0"/>
              </a:rPr>
              <a:t>eachout</a:t>
            </a:r>
            <a:r>
              <a:rPr lang="en-US" altLang="ja-JP" sz="2000" dirty="0">
                <a:cs typeface="Arial" pitchFamily="34" charset="0"/>
              </a:rPr>
              <a:t>/2.0</a:t>
            </a:r>
            <a:r>
              <a:rPr lang="ja-JP" altLang="en-US" sz="2000" dirty="0">
                <a:cs typeface="Arial" pitchFamily="34" charset="0"/>
              </a:rPr>
              <a:t>フォルダの中身をエクスプローラもしくは</a:t>
            </a:r>
            <a:r>
              <a:rPr lang="en-US" altLang="ja-JP" sz="2000" dirty="0">
                <a:cs typeface="Arial" pitchFamily="34" charset="0"/>
              </a:rPr>
              <a:t>Finder</a:t>
            </a:r>
            <a:r>
              <a:rPr lang="ja-JP" altLang="en-US" sz="2000" dirty="0">
                <a:cs typeface="Arial" pitchFamily="34" charset="0"/>
              </a:rPr>
              <a:t>で確認</a:t>
            </a:r>
            <a:endParaRPr lang="en-US" altLang="ja-JP" sz="2000" dirty="0">
              <a:cs typeface="Arial" pitchFamily="34" charset="0"/>
            </a:endParaRPr>
          </a:p>
        </p:txBody>
      </p:sp>
      <p:sp>
        <p:nvSpPr>
          <p:cNvPr id="15" name="テキスト ボックス 20">
            <a:extLst>
              <a:ext uri="{FF2B5EF4-FFF2-40B4-BE49-F238E27FC236}">
                <a16:creationId xmlns:a16="http://schemas.microsoft.com/office/drawing/2014/main" id="{E0EA440A-054C-40E3-839B-04C7E7A155E3}"/>
              </a:ext>
            </a:extLst>
          </p:cNvPr>
          <p:cNvSpPr txBox="1">
            <a:spLocks noChangeArrowheads="1"/>
          </p:cNvSpPr>
          <p:nvPr/>
        </p:nvSpPr>
        <p:spPr bwMode="auto">
          <a:xfrm>
            <a:off x="82765" y="708736"/>
            <a:ext cx="8978470" cy="446276"/>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buFontTx/>
              <a:buNone/>
            </a:pPr>
            <a:r>
              <a:rPr lang="ja-JP" altLang="en-US" sz="2300" dirty="0"/>
              <a:t>計算結果を別フォルダに自動的に保存するようにスクリプトを変更しよう</a:t>
            </a:r>
          </a:p>
        </p:txBody>
      </p:sp>
      <p:sp>
        <p:nvSpPr>
          <p:cNvPr id="16" name="Text Box 1031">
            <a:extLst>
              <a:ext uri="{FF2B5EF4-FFF2-40B4-BE49-F238E27FC236}">
                <a16:creationId xmlns:a16="http://schemas.microsoft.com/office/drawing/2014/main" id="{06805BFF-1B24-49A2-87C0-7BC0147E4675}"/>
              </a:ext>
            </a:extLst>
          </p:cNvPr>
          <p:cNvSpPr txBox="1">
            <a:spLocks noChangeArrowheads="1"/>
          </p:cNvSpPr>
          <p:nvPr/>
        </p:nvSpPr>
        <p:spPr bwMode="auto">
          <a:xfrm>
            <a:off x="1905047" y="2948956"/>
            <a:ext cx="3472475" cy="1454254"/>
          </a:xfrm>
          <a:prstGeom prst="rect">
            <a:avLst/>
          </a:prstGeom>
          <a:solidFill>
            <a:schemeClr val="bg1"/>
          </a:solidFill>
          <a:ln w="19050">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1400" dirty="0">
                <a:solidFill>
                  <a:srgbClr val="000000"/>
                </a:solidFill>
                <a:latin typeface="Tahoma" panose="020B0604030504040204" pitchFamily="34" charset="0"/>
              </a:rPr>
              <a:t>echo PHITS simulation using eachrun.bat</a:t>
            </a:r>
          </a:p>
          <a:p>
            <a:pPr eaLnBrk="1" hangingPunct="1">
              <a:spcBef>
                <a:spcPct val="0"/>
              </a:spcBef>
              <a:buFontTx/>
              <a:buNone/>
            </a:pPr>
            <a:r>
              <a:rPr lang="en-US" altLang="ja-JP" sz="1400" dirty="0">
                <a:solidFill>
                  <a:srgbClr val="000000"/>
                </a:solidFill>
                <a:latin typeface="Tahoma" panose="020B0604030504040204" pitchFamily="34" charset="0"/>
              </a:rPr>
              <a:t>echo set:c1[%1] &gt; </a:t>
            </a:r>
            <a:r>
              <a:rPr lang="en-US" altLang="ja-JP" sz="1400" dirty="0" err="1">
                <a:solidFill>
                  <a:srgbClr val="000000"/>
                </a:solidFill>
                <a:latin typeface="Tahoma" panose="020B0604030504040204" pitchFamily="34" charset="0"/>
              </a:rPr>
              <a:t>density.inp</a:t>
            </a:r>
            <a:endParaRPr lang="en-US" altLang="ja-JP" sz="1400" dirty="0">
              <a:solidFill>
                <a:srgbClr val="000000"/>
              </a:solidFill>
              <a:latin typeface="Tahoma" panose="020B0604030504040204" pitchFamily="34" charset="0"/>
            </a:endParaRPr>
          </a:p>
          <a:p>
            <a:pPr eaLnBrk="1" hangingPunct="1">
              <a:spcBef>
                <a:spcPct val="0"/>
              </a:spcBef>
              <a:buFontTx/>
              <a:buNone/>
            </a:pPr>
            <a:r>
              <a:rPr lang="en-US" altLang="ja-JP" sz="1400" dirty="0">
                <a:solidFill>
                  <a:srgbClr val="000000"/>
                </a:solidFill>
                <a:latin typeface="Tahoma" panose="020B0604030504040204" pitchFamily="34" charset="0"/>
              </a:rPr>
              <a:t>call phits.bat </a:t>
            </a:r>
            <a:r>
              <a:rPr lang="en-US" altLang="ja-JP" sz="1400" dirty="0" err="1">
                <a:solidFill>
                  <a:srgbClr val="000000"/>
                </a:solidFill>
                <a:latin typeface="Tahoma" panose="020B0604030504040204" pitchFamily="34" charset="0"/>
              </a:rPr>
              <a:t>phits.inp</a:t>
            </a:r>
            <a:endParaRPr lang="en-US" altLang="ja-JP" sz="1400" dirty="0">
              <a:solidFill>
                <a:srgbClr val="000000"/>
              </a:solidFill>
              <a:latin typeface="Tahoma" panose="020B0604030504040204" pitchFamily="34" charset="0"/>
            </a:endParaRPr>
          </a:p>
          <a:p>
            <a:pPr eaLnBrk="1" hangingPunct="1">
              <a:spcBef>
                <a:spcPct val="0"/>
              </a:spcBef>
              <a:buFontTx/>
              <a:buNone/>
            </a:pPr>
            <a:r>
              <a:rPr lang="en-US" altLang="ja-JP" sz="1400" dirty="0" err="1">
                <a:solidFill>
                  <a:srgbClr val="FF0000"/>
                </a:solidFill>
                <a:latin typeface="Tahoma" panose="020B0604030504040204" pitchFamily="34" charset="0"/>
              </a:rPr>
              <a:t>mkdir</a:t>
            </a:r>
            <a:r>
              <a:rPr lang="en-US" altLang="ja-JP" sz="1400" dirty="0">
                <a:solidFill>
                  <a:srgbClr val="FF0000"/>
                </a:solidFill>
                <a:latin typeface="Tahoma" panose="020B0604030504040204" pitchFamily="34" charset="0"/>
              </a:rPr>
              <a:t> </a:t>
            </a:r>
            <a:r>
              <a:rPr lang="en-US" altLang="ja-JP" sz="1400" dirty="0" err="1">
                <a:solidFill>
                  <a:srgbClr val="FF0000"/>
                </a:solidFill>
                <a:latin typeface="Tahoma" panose="020B0604030504040204" pitchFamily="34" charset="0"/>
              </a:rPr>
              <a:t>eachout</a:t>
            </a:r>
            <a:r>
              <a:rPr lang="en-US" altLang="ja-JP" sz="1400" dirty="0">
                <a:solidFill>
                  <a:srgbClr val="FF0000"/>
                </a:solidFill>
                <a:latin typeface="Tahoma" panose="020B0604030504040204" pitchFamily="34" charset="0"/>
              </a:rPr>
              <a:t>\%1</a:t>
            </a:r>
          </a:p>
          <a:p>
            <a:pPr eaLnBrk="1" hangingPunct="1">
              <a:spcBef>
                <a:spcPct val="0"/>
              </a:spcBef>
              <a:buFontTx/>
              <a:buNone/>
            </a:pPr>
            <a:r>
              <a:rPr lang="en-US" altLang="ja-JP" sz="1400" dirty="0">
                <a:solidFill>
                  <a:srgbClr val="FF0000"/>
                </a:solidFill>
                <a:latin typeface="Tahoma" panose="020B0604030504040204" pitchFamily="34" charset="0"/>
              </a:rPr>
              <a:t>copy *.out </a:t>
            </a:r>
            <a:r>
              <a:rPr lang="en-US" altLang="ja-JP" sz="1400" dirty="0" err="1">
                <a:solidFill>
                  <a:srgbClr val="FF0000"/>
                </a:solidFill>
                <a:latin typeface="Tahoma" panose="020B0604030504040204" pitchFamily="34" charset="0"/>
              </a:rPr>
              <a:t>eachout</a:t>
            </a:r>
            <a:r>
              <a:rPr lang="en-US" altLang="ja-JP" sz="1400" dirty="0">
                <a:solidFill>
                  <a:srgbClr val="FF0000"/>
                </a:solidFill>
                <a:latin typeface="Tahoma" panose="020B0604030504040204" pitchFamily="34" charset="0"/>
              </a:rPr>
              <a:t>\%1</a:t>
            </a:r>
          </a:p>
          <a:p>
            <a:pPr eaLnBrk="1" hangingPunct="1">
              <a:spcBef>
                <a:spcPct val="0"/>
              </a:spcBef>
              <a:buFontTx/>
              <a:buNone/>
            </a:pPr>
            <a:r>
              <a:rPr lang="en-US" altLang="ja-JP" sz="1400" dirty="0">
                <a:solidFill>
                  <a:srgbClr val="FF0000"/>
                </a:solidFill>
                <a:latin typeface="Tahoma" panose="020B0604030504040204" pitchFamily="34" charset="0"/>
              </a:rPr>
              <a:t>copy *.eps </a:t>
            </a:r>
            <a:r>
              <a:rPr lang="en-US" altLang="ja-JP" sz="1400" dirty="0" err="1">
                <a:solidFill>
                  <a:srgbClr val="FF0000"/>
                </a:solidFill>
                <a:latin typeface="Tahoma" panose="020B0604030504040204" pitchFamily="34" charset="0"/>
              </a:rPr>
              <a:t>eachout</a:t>
            </a:r>
            <a:r>
              <a:rPr lang="en-US" altLang="ja-JP" sz="1400" dirty="0">
                <a:solidFill>
                  <a:srgbClr val="FF0000"/>
                </a:solidFill>
                <a:latin typeface="Tahoma" panose="020B0604030504040204" pitchFamily="34" charset="0"/>
              </a:rPr>
              <a:t>\%1</a:t>
            </a:r>
            <a:endParaRPr lang="pt-BR" altLang="ja-JP" sz="1400" dirty="0">
              <a:solidFill>
                <a:srgbClr val="FF0000"/>
              </a:solidFill>
              <a:latin typeface="Tahoma" panose="020B0604030504040204" pitchFamily="34" charset="0"/>
            </a:endParaRPr>
          </a:p>
        </p:txBody>
      </p:sp>
      <p:sp>
        <p:nvSpPr>
          <p:cNvPr id="17" name="Text Box 1030">
            <a:extLst>
              <a:ext uri="{FF2B5EF4-FFF2-40B4-BE49-F238E27FC236}">
                <a16:creationId xmlns:a16="http://schemas.microsoft.com/office/drawing/2014/main" id="{B814D34F-EE84-4178-BDBC-D60D6937D3EB}"/>
              </a:ext>
            </a:extLst>
          </p:cNvPr>
          <p:cNvSpPr txBox="1">
            <a:spLocks noChangeArrowheads="1"/>
          </p:cNvSpPr>
          <p:nvPr/>
        </p:nvSpPr>
        <p:spPr bwMode="auto">
          <a:xfrm>
            <a:off x="236308" y="2955643"/>
            <a:ext cx="1532792" cy="40011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2000" dirty="0">
                <a:solidFill>
                  <a:srgbClr val="000000"/>
                </a:solidFill>
                <a:latin typeface="Tahoma" panose="020B0604030504040204" pitchFamily="34" charset="0"/>
              </a:rPr>
              <a:t>eachrun.bat</a:t>
            </a:r>
          </a:p>
        </p:txBody>
      </p:sp>
      <p:sp>
        <p:nvSpPr>
          <p:cNvPr id="20" name="Text Box 1031">
            <a:extLst>
              <a:ext uri="{FF2B5EF4-FFF2-40B4-BE49-F238E27FC236}">
                <a16:creationId xmlns:a16="http://schemas.microsoft.com/office/drawing/2014/main" id="{C1E4F722-6723-4E7A-B7D9-F306A1E9FD79}"/>
              </a:ext>
            </a:extLst>
          </p:cNvPr>
          <p:cNvSpPr txBox="1">
            <a:spLocks noChangeArrowheads="1"/>
          </p:cNvSpPr>
          <p:nvPr/>
        </p:nvSpPr>
        <p:spPr bwMode="auto">
          <a:xfrm>
            <a:off x="1907704" y="4584744"/>
            <a:ext cx="3472475" cy="1454254"/>
          </a:xfrm>
          <a:prstGeom prst="rect">
            <a:avLst/>
          </a:prstGeom>
          <a:solidFill>
            <a:schemeClr val="bg1"/>
          </a:solidFill>
          <a:ln w="19050">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1400" dirty="0">
                <a:solidFill>
                  <a:srgbClr val="000000"/>
                </a:solidFill>
                <a:latin typeface="Tahoma" panose="020B0604030504040204" pitchFamily="34" charset="0"/>
              </a:rPr>
              <a:t>echo PHITS simulation using eachrun.sh</a:t>
            </a:r>
          </a:p>
          <a:p>
            <a:pPr eaLnBrk="1" hangingPunct="1">
              <a:spcBef>
                <a:spcPct val="0"/>
              </a:spcBef>
              <a:buFontTx/>
              <a:buNone/>
            </a:pPr>
            <a:r>
              <a:rPr lang="en-US" altLang="ja-JP" sz="1400" dirty="0">
                <a:solidFill>
                  <a:srgbClr val="000000"/>
                </a:solidFill>
                <a:latin typeface="Tahoma" panose="020B0604030504040204" pitchFamily="34" charset="0"/>
              </a:rPr>
              <a:t>echo set:c1[$1] &gt; </a:t>
            </a:r>
            <a:r>
              <a:rPr lang="en-US" altLang="ja-JP" sz="1400" dirty="0" err="1">
                <a:solidFill>
                  <a:srgbClr val="000000"/>
                </a:solidFill>
                <a:latin typeface="Tahoma" panose="020B0604030504040204" pitchFamily="34" charset="0"/>
              </a:rPr>
              <a:t>density.inp</a:t>
            </a:r>
            <a:endParaRPr lang="en-US" altLang="ja-JP" sz="1400" dirty="0">
              <a:solidFill>
                <a:srgbClr val="000000"/>
              </a:solidFill>
              <a:latin typeface="Tahoma" panose="020B0604030504040204" pitchFamily="34" charset="0"/>
            </a:endParaRPr>
          </a:p>
          <a:p>
            <a:pPr eaLnBrk="1" hangingPunct="1">
              <a:spcBef>
                <a:spcPct val="0"/>
              </a:spcBef>
              <a:buFontTx/>
              <a:buNone/>
            </a:pPr>
            <a:r>
              <a:rPr lang="en-US" altLang="ja-JP" sz="1400" dirty="0">
                <a:solidFill>
                  <a:srgbClr val="000000"/>
                </a:solidFill>
                <a:latin typeface="Tahoma" panose="020B0604030504040204" pitchFamily="34" charset="0"/>
              </a:rPr>
              <a:t>phits.sh </a:t>
            </a:r>
            <a:r>
              <a:rPr lang="en-US" altLang="ja-JP" sz="1400" dirty="0" err="1">
                <a:solidFill>
                  <a:srgbClr val="000000"/>
                </a:solidFill>
                <a:latin typeface="Tahoma" panose="020B0604030504040204" pitchFamily="34" charset="0"/>
              </a:rPr>
              <a:t>phits.inp</a:t>
            </a:r>
            <a:endParaRPr lang="en-US" altLang="ja-JP" sz="1400" dirty="0">
              <a:solidFill>
                <a:srgbClr val="000000"/>
              </a:solidFill>
              <a:latin typeface="Tahoma" panose="020B0604030504040204" pitchFamily="34" charset="0"/>
            </a:endParaRPr>
          </a:p>
          <a:p>
            <a:pPr eaLnBrk="1" hangingPunct="1">
              <a:spcBef>
                <a:spcPct val="0"/>
              </a:spcBef>
              <a:buFontTx/>
              <a:buNone/>
            </a:pPr>
            <a:r>
              <a:rPr lang="en-US" altLang="ja-JP" sz="1400" dirty="0" err="1">
                <a:solidFill>
                  <a:srgbClr val="FF0000"/>
                </a:solidFill>
                <a:latin typeface="Tahoma" panose="020B0604030504040204" pitchFamily="34" charset="0"/>
              </a:rPr>
              <a:t>mkdir</a:t>
            </a:r>
            <a:r>
              <a:rPr lang="en-US" altLang="ja-JP" sz="1400" dirty="0">
                <a:solidFill>
                  <a:srgbClr val="FF0000"/>
                </a:solidFill>
                <a:latin typeface="Tahoma" panose="020B0604030504040204" pitchFamily="34" charset="0"/>
              </a:rPr>
              <a:t> -p </a:t>
            </a:r>
            <a:r>
              <a:rPr lang="en-US" altLang="ja-JP" sz="1400" dirty="0" err="1">
                <a:solidFill>
                  <a:srgbClr val="FF0000"/>
                </a:solidFill>
                <a:latin typeface="Tahoma" panose="020B0604030504040204" pitchFamily="34" charset="0"/>
              </a:rPr>
              <a:t>eachout</a:t>
            </a:r>
            <a:r>
              <a:rPr lang="en-US" altLang="ja-JP" sz="1400" dirty="0">
                <a:solidFill>
                  <a:srgbClr val="FF0000"/>
                </a:solidFill>
                <a:latin typeface="Tahoma" panose="020B0604030504040204" pitchFamily="34" charset="0"/>
              </a:rPr>
              <a:t>/$1</a:t>
            </a:r>
          </a:p>
          <a:p>
            <a:pPr eaLnBrk="1" hangingPunct="1">
              <a:spcBef>
                <a:spcPct val="0"/>
              </a:spcBef>
              <a:buFontTx/>
              <a:buNone/>
            </a:pPr>
            <a:r>
              <a:rPr lang="en-US" altLang="ja-JP" sz="1400" dirty="0">
                <a:solidFill>
                  <a:srgbClr val="FF0000"/>
                </a:solidFill>
                <a:latin typeface="Tahoma" panose="020B0604030504040204" pitchFamily="34" charset="0"/>
              </a:rPr>
              <a:t>cp *.out </a:t>
            </a:r>
            <a:r>
              <a:rPr lang="en-US" altLang="ja-JP" sz="1400" dirty="0" err="1">
                <a:solidFill>
                  <a:srgbClr val="FF0000"/>
                </a:solidFill>
                <a:latin typeface="Tahoma" panose="020B0604030504040204" pitchFamily="34" charset="0"/>
              </a:rPr>
              <a:t>eachout</a:t>
            </a:r>
            <a:r>
              <a:rPr lang="en-US" altLang="ja-JP" sz="1400" dirty="0">
                <a:solidFill>
                  <a:srgbClr val="FF0000"/>
                </a:solidFill>
                <a:latin typeface="Tahoma" panose="020B0604030504040204" pitchFamily="34" charset="0"/>
              </a:rPr>
              <a:t>/$1</a:t>
            </a:r>
          </a:p>
          <a:p>
            <a:pPr eaLnBrk="1" hangingPunct="1">
              <a:spcBef>
                <a:spcPct val="0"/>
              </a:spcBef>
              <a:buFontTx/>
              <a:buNone/>
            </a:pPr>
            <a:r>
              <a:rPr lang="en-US" altLang="ja-JP" sz="1400" dirty="0">
                <a:solidFill>
                  <a:srgbClr val="FF0000"/>
                </a:solidFill>
                <a:latin typeface="Tahoma" panose="020B0604030504040204" pitchFamily="34" charset="0"/>
              </a:rPr>
              <a:t>cp *.eps </a:t>
            </a:r>
            <a:r>
              <a:rPr lang="en-US" altLang="ja-JP" sz="1400" dirty="0" err="1">
                <a:solidFill>
                  <a:srgbClr val="FF0000"/>
                </a:solidFill>
                <a:latin typeface="Tahoma" panose="020B0604030504040204" pitchFamily="34" charset="0"/>
              </a:rPr>
              <a:t>eachout</a:t>
            </a:r>
            <a:r>
              <a:rPr lang="en-US" altLang="ja-JP" sz="1400" dirty="0">
                <a:solidFill>
                  <a:srgbClr val="FF0000"/>
                </a:solidFill>
                <a:latin typeface="Tahoma" panose="020B0604030504040204" pitchFamily="34" charset="0"/>
              </a:rPr>
              <a:t>/$1</a:t>
            </a:r>
          </a:p>
        </p:txBody>
      </p:sp>
      <p:sp>
        <p:nvSpPr>
          <p:cNvPr id="21" name="Text Box 1030">
            <a:extLst>
              <a:ext uri="{FF2B5EF4-FFF2-40B4-BE49-F238E27FC236}">
                <a16:creationId xmlns:a16="http://schemas.microsoft.com/office/drawing/2014/main" id="{771A8B2C-8ADE-425D-99E3-5A7F5E860983}"/>
              </a:ext>
            </a:extLst>
          </p:cNvPr>
          <p:cNvSpPr txBox="1">
            <a:spLocks noChangeArrowheads="1"/>
          </p:cNvSpPr>
          <p:nvPr/>
        </p:nvSpPr>
        <p:spPr bwMode="auto">
          <a:xfrm>
            <a:off x="335982" y="4584744"/>
            <a:ext cx="1426994" cy="40011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2000" dirty="0">
                <a:solidFill>
                  <a:srgbClr val="000000"/>
                </a:solidFill>
                <a:latin typeface="Tahoma" panose="020B0604030504040204" pitchFamily="34" charset="0"/>
              </a:rPr>
              <a:t>eachrun.sh</a:t>
            </a:r>
          </a:p>
        </p:txBody>
      </p:sp>
      <p:sp>
        <p:nvSpPr>
          <p:cNvPr id="24" name="テキスト ボックス 23">
            <a:extLst>
              <a:ext uri="{FF2B5EF4-FFF2-40B4-BE49-F238E27FC236}">
                <a16:creationId xmlns:a16="http://schemas.microsoft.com/office/drawing/2014/main" id="{B68A9383-AE32-4EC3-9E5A-6BEA098425D2}"/>
              </a:ext>
            </a:extLst>
          </p:cNvPr>
          <p:cNvSpPr txBox="1"/>
          <p:nvPr/>
        </p:nvSpPr>
        <p:spPr>
          <a:xfrm>
            <a:off x="5631791" y="3474684"/>
            <a:ext cx="3343689" cy="1323439"/>
          </a:xfrm>
          <a:prstGeom prst="rect">
            <a:avLst/>
          </a:prstGeom>
          <a:noFill/>
        </p:spPr>
        <p:txBody>
          <a:bodyPr wrap="square" rtlCol="0">
            <a:spAutoFit/>
          </a:bodyPr>
          <a:lstStyle/>
          <a:p>
            <a:r>
              <a:rPr lang="en-US" altLang="ja-JP" sz="2000" dirty="0"/>
              <a:t>*</a:t>
            </a:r>
            <a:r>
              <a:rPr lang="ja-JP" altLang="en-US" sz="2000" dirty="0"/>
              <a:t>はワイルドカードを表し、例えば</a:t>
            </a:r>
            <a:r>
              <a:rPr lang="en-US" altLang="ja-JP" sz="2000" dirty="0"/>
              <a:t>*.out</a:t>
            </a:r>
            <a:r>
              <a:rPr lang="ja-JP" altLang="en-US" sz="2000" dirty="0"/>
              <a:t>は拡張子</a:t>
            </a:r>
            <a:r>
              <a:rPr lang="en-US" altLang="ja-JP" sz="2000" dirty="0"/>
              <a:t>.out</a:t>
            </a:r>
            <a:r>
              <a:rPr lang="ja-JP" altLang="en-US" sz="2000" dirty="0"/>
              <a:t>を持つ全てのファイルが対象であることを意味する</a:t>
            </a:r>
            <a:endParaRPr kumimoji="1" lang="ja-JP" altLang="en-US" sz="2000" dirty="0"/>
          </a:p>
        </p:txBody>
      </p:sp>
      <p:sp>
        <p:nvSpPr>
          <p:cNvPr id="28" name="テキスト ボックス 27">
            <a:extLst>
              <a:ext uri="{FF2B5EF4-FFF2-40B4-BE49-F238E27FC236}">
                <a16:creationId xmlns:a16="http://schemas.microsoft.com/office/drawing/2014/main" id="{815DE637-4E68-463D-B3B3-6BF2A70AEED4}"/>
              </a:ext>
            </a:extLst>
          </p:cNvPr>
          <p:cNvSpPr txBox="1"/>
          <p:nvPr/>
        </p:nvSpPr>
        <p:spPr>
          <a:xfrm>
            <a:off x="5647364" y="4812198"/>
            <a:ext cx="3367573" cy="1323439"/>
          </a:xfrm>
          <a:prstGeom prst="rect">
            <a:avLst/>
          </a:prstGeom>
          <a:noFill/>
        </p:spPr>
        <p:txBody>
          <a:bodyPr wrap="square" rtlCol="0">
            <a:spAutoFit/>
          </a:bodyPr>
          <a:lstStyle/>
          <a:p>
            <a:r>
              <a:rPr lang="ja-JP" altLang="en-US" sz="2000" dirty="0"/>
              <a:t>フォルダ名を表す記号は</a:t>
            </a:r>
            <a:r>
              <a:rPr lang="en-US" altLang="ja-JP" sz="2000" dirty="0"/>
              <a:t>Windows</a:t>
            </a:r>
            <a:r>
              <a:rPr lang="ja-JP" altLang="en-US" sz="2000" dirty="0"/>
              <a:t>の場合は</a:t>
            </a:r>
            <a:r>
              <a:rPr lang="en-US" altLang="ja-JP" sz="2000" dirty="0">
                <a:solidFill>
                  <a:srgbClr val="FF0000"/>
                </a:solidFill>
              </a:rPr>
              <a:t>\</a:t>
            </a:r>
            <a:r>
              <a:rPr lang="ja-JP" altLang="en-US" sz="2000" dirty="0"/>
              <a:t>マーク、</a:t>
            </a:r>
            <a:r>
              <a:rPr lang="en-US" altLang="ja-JP" sz="2000" dirty="0"/>
              <a:t>Mac/Linux</a:t>
            </a:r>
            <a:r>
              <a:rPr lang="ja-JP" altLang="en-US" sz="2000" dirty="0"/>
              <a:t>の場合は</a:t>
            </a:r>
            <a:r>
              <a:rPr lang="en-US" altLang="ja-JP" sz="2000" dirty="0">
                <a:solidFill>
                  <a:srgbClr val="FF0000"/>
                </a:solidFill>
              </a:rPr>
              <a:t>/</a:t>
            </a:r>
            <a:r>
              <a:rPr lang="ja-JP" altLang="en-US" sz="2000" dirty="0"/>
              <a:t>マークとなる</a:t>
            </a:r>
            <a:endParaRPr kumimoji="1" lang="ja-JP" altLang="en-US" sz="2000" dirty="0"/>
          </a:p>
        </p:txBody>
      </p:sp>
      <p:sp>
        <p:nvSpPr>
          <p:cNvPr id="2" name="テキスト ボックス 1">
            <a:extLst>
              <a:ext uri="{FF2B5EF4-FFF2-40B4-BE49-F238E27FC236}">
                <a16:creationId xmlns:a16="http://schemas.microsoft.com/office/drawing/2014/main" id="{F08A2216-341F-4BF3-91F0-ECC7E67CB92F}"/>
              </a:ext>
            </a:extLst>
          </p:cNvPr>
          <p:cNvSpPr txBox="1"/>
          <p:nvPr/>
        </p:nvSpPr>
        <p:spPr>
          <a:xfrm>
            <a:off x="6633659" y="3121676"/>
            <a:ext cx="1210588" cy="400110"/>
          </a:xfrm>
          <a:prstGeom prst="rect">
            <a:avLst/>
          </a:prstGeom>
          <a:noFill/>
        </p:spPr>
        <p:txBody>
          <a:bodyPr wrap="none" rtlCol="0">
            <a:spAutoFit/>
          </a:bodyPr>
          <a:lstStyle/>
          <a:p>
            <a:r>
              <a:rPr kumimoji="1" lang="ja-JP" altLang="en-US" sz="2000" dirty="0">
                <a:solidFill>
                  <a:schemeClr val="accent2"/>
                </a:solidFill>
                <a:latin typeface="Arial" panose="020B0604020202020204" pitchFamily="34" charset="0"/>
                <a:cs typeface="Arial" panose="020B0604020202020204" pitchFamily="34" charset="0"/>
              </a:rPr>
              <a:t>補足情報</a:t>
            </a:r>
          </a:p>
        </p:txBody>
      </p:sp>
      <p:sp>
        <p:nvSpPr>
          <p:cNvPr id="13" name="四角形: 角を丸くする 12">
            <a:extLst>
              <a:ext uri="{FF2B5EF4-FFF2-40B4-BE49-F238E27FC236}">
                <a16:creationId xmlns:a16="http://schemas.microsoft.com/office/drawing/2014/main" id="{5FE881F6-7F1D-4244-9D86-E9EA1508C10B}"/>
              </a:ext>
            </a:extLst>
          </p:cNvPr>
          <p:cNvSpPr/>
          <p:nvPr/>
        </p:nvSpPr>
        <p:spPr>
          <a:xfrm>
            <a:off x="5523881" y="3074574"/>
            <a:ext cx="3472475" cy="3162738"/>
          </a:xfrm>
          <a:prstGeom prst="roundRect">
            <a:avLst>
              <a:gd name="adj" fmla="val 10919"/>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 name="直線コネクタ 5">
            <a:extLst>
              <a:ext uri="{FF2B5EF4-FFF2-40B4-BE49-F238E27FC236}">
                <a16:creationId xmlns:a16="http://schemas.microsoft.com/office/drawing/2014/main" id="{4445B1F5-8362-400C-A649-C51F9B97EF8D}"/>
              </a:ext>
            </a:extLst>
          </p:cNvPr>
          <p:cNvCxnSpPr>
            <a:cxnSpLocks/>
          </p:cNvCxnSpPr>
          <p:nvPr/>
        </p:nvCxnSpPr>
        <p:spPr>
          <a:xfrm flipH="1" flipV="1">
            <a:off x="5305513" y="6578139"/>
            <a:ext cx="72009" cy="133353"/>
          </a:xfrm>
          <a:prstGeom prst="line">
            <a:avLst/>
          </a:prstGeom>
          <a:ln w="12700"/>
        </p:spPr>
        <p:style>
          <a:lnRef idx="1">
            <a:schemeClr val="dk1"/>
          </a:lnRef>
          <a:fillRef idx="0">
            <a:schemeClr val="dk1"/>
          </a:fillRef>
          <a:effectRef idx="0">
            <a:schemeClr val="dk1"/>
          </a:effectRef>
          <a:fontRef idx="minor">
            <a:schemeClr val="tx1"/>
          </a:fontRef>
        </p:style>
      </p:cxnSp>
      <p:sp>
        <p:nvSpPr>
          <p:cNvPr id="3" name="テキスト ボックス 2">
            <a:extLst>
              <a:ext uri="{FF2B5EF4-FFF2-40B4-BE49-F238E27FC236}">
                <a16:creationId xmlns:a16="http://schemas.microsoft.com/office/drawing/2014/main" id="{BBAB989D-D248-20B5-2C34-1C47DDD338CB}"/>
              </a:ext>
            </a:extLst>
          </p:cNvPr>
          <p:cNvSpPr txBox="1"/>
          <p:nvPr/>
        </p:nvSpPr>
        <p:spPr>
          <a:xfrm>
            <a:off x="445756" y="6005915"/>
            <a:ext cx="5186035" cy="338554"/>
          </a:xfrm>
          <a:prstGeom prst="rect">
            <a:avLst/>
          </a:prstGeom>
          <a:noFill/>
        </p:spPr>
        <p:txBody>
          <a:bodyPr wrap="none" rtlCol="0">
            <a:spAutoFit/>
          </a:bodyPr>
          <a:lstStyle/>
          <a:p>
            <a:r>
              <a:rPr kumimoji="1" lang="en-US" altLang="ja-JP" sz="1600" dirty="0"/>
              <a:t>eachrun.</a:t>
            </a:r>
            <a:r>
              <a:rPr lang="en-US" altLang="ja-JP" sz="1600" dirty="0"/>
              <a:t>sh</a:t>
            </a:r>
            <a:r>
              <a:rPr lang="ja-JP" altLang="en-US" sz="1600" dirty="0"/>
              <a:t>にある</a:t>
            </a:r>
            <a:r>
              <a:rPr kumimoji="1" lang="en-US" altLang="ja-JP" sz="1600" dirty="0" err="1"/>
              <a:t>mkdir</a:t>
            </a:r>
            <a:r>
              <a:rPr kumimoji="1" lang="ja-JP" altLang="en-US" sz="1600" dirty="0"/>
              <a:t>の</a:t>
            </a:r>
            <a:r>
              <a:rPr kumimoji="1" lang="en-US" altLang="ja-JP" sz="1600" dirty="0"/>
              <a:t>-p</a:t>
            </a:r>
            <a:r>
              <a:rPr lang="ja-JP" altLang="en-US" sz="1600" dirty="0"/>
              <a:t>オプションは不要な場合が多い</a:t>
            </a:r>
            <a:endParaRPr kumimoji="1" lang="ja-JP" altLang="en-US" sz="1600" dirty="0"/>
          </a:p>
        </p:txBody>
      </p:sp>
    </p:spTree>
    <p:extLst>
      <p:ext uri="{BB962C8B-B14F-4D97-AF65-F5344CB8AC3E}">
        <p14:creationId xmlns:p14="http://schemas.microsoft.com/office/powerpoint/2010/main" val="11590337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2">
            <a:extLst>
              <a:ext uri="{FF2B5EF4-FFF2-40B4-BE49-F238E27FC236}">
                <a16:creationId xmlns:a16="http://schemas.microsoft.com/office/drawing/2014/main" id="{A426E410-C5E5-439A-A9E9-5DD834B1C9D6}"/>
              </a:ext>
            </a:extLst>
          </p:cNvPr>
          <p:cNvSpPr>
            <a:spLocks noGrp="1" noChangeArrowheads="1"/>
          </p:cNvSpPr>
          <p:nvPr>
            <p:ph type="title" idx="4294967295"/>
          </p:nvPr>
        </p:nvSpPr>
        <p:spPr>
          <a:xfrm>
            <a:off x="0" y="34176"/>
            <a:ext cx="8892480" cy="656623"/>
          </a:xfrm>
          <a:prstGeom prst="rect">
            <a:avLst/>
          </a:prstGeom>
        </p:spPr>
        <p:txBody>
          <a:bodyPr/>
          <a:lstStyle/>
          <a:p>
            <a:pPr eaLnBrk="1" hangingPunct="1">
              <a:defRPr/>
            </a:pPr>
            <a:r>
              <a:rPr lang="ja-JP" altLang="en-US" dirty="0">
                <a:latin typeface="+mn-lt"/>
                <a:cs typeface="Arial" charset="0"/>
              </a:rPr>
              <a:t>課題５</a:t>
            </a:r>
          </a:p>
        </p:txBody>
      </p:sp>
      <p:sp>
        <p:nvSpPr>
          <p:cNvPr id="25" name="テキスト ボックス 24">
            <a:extLst>
              <a:ext uri="{FF2B5EF4-FFF2-40B4-BE49-F238E27FC236}">
                <a16:creationId xmlns:a16="http://schemas.microsoft.com/office/drawing/2014/main" id="{DD919137-C957-4A18-A8AB-E75932F39904}"/>
              </a:ext>
            </a:extLst>
          </p:cNvPr>
          <p:cNvSpPr txBox="1"/>
          <p:nvPr/>
        </p:nvSpPr>
        <p:spPr>
          <a:xfrm>
            <a:off x="156246" y="1246271"/>
            <a:ext cx="8831508" cy="1785104"/>
          </a:xfrm>
          <a:prstGeom prst="rect">
            <a:avLst/>
          </a:prstGeom>
          <a:noFill/>
        </p:spPr>
        <p:txBody>
          <a:bodyPr wrap="square">
            <a:spAutoFit/>
          </a:bodyPr>
          <a:lstStyle/>
          <a:p>
            <a:pPr marL="457200" indent="-457200" eaLnBrk="1" hangingPunct="1">
              <a:spcBef>
                <a:spcPts val="300"/>
              </a:spcBef>
              <a:buFont typeface="+mj-lt"/>
              <a:buAutoNum type="arabicPeriod"/>
              <a:defRPr/>
            </a:pPr>
            <a:r>
              <a:rPr lang="ja-JP" altLang="en-US" sz="2000" dirty="0">
                <a:solidFill>
                  <a:schemeClr val="tx2"/>
                </a:solidFill>
                <a:cs typeface="Arial" pitchFamily="34" charset="0"/>
              </a:rPr>
              <a:t>テキストエディタで</a:t>
            </a:r>
            <a:r>
              <a:rPr lang="en-US" altLang="ja-JP" sz="2000" dirty="0">
                <a:solidFill>
                  <a:srgbClr val="FF0000"/>
                </a:solidFill>
                <a:cs typeface="Arial" pitchFamily="34" charset="0"/>
              </a:rPr>
              <a:t>multirun.bat/</a:t>
            </a:r>
            <a:r>
              <a:rPr lang="en-US" altLang="ja-JP" sz="2000" dirty="0" err="1">
                <a:solidFill>
                  <a:srgbClr val="FF0000"/>
                </a:solidFill>
                <a:cs typeface="Arial" pitchFamily="34" charset="0"/>
              </a:rPr>
              <a:t>sh</a:t>
            </a:r>
            <a:r>
              <a:rPr lang="ja-JP" altLang="en-US" sz="2000" dirty="0">
                <a:solidFill>
                  <a:schemeClr val="tx2"/>
                </a:solidFill>
                <a:cs typeface="Arial" pitchFamily="34" charset="0"/>
              </a:rPr>
              <a:t>を開く</a:t>
            </a:r>
            <a:endParaRPr lang="en-US" altLang="ja-JP" sz="2000" dirty="0">
              <a:solidFill>
                <a:schemeClr val="tx2"/>
              </a:solidFill>
              <a:cs typeface="Arial" pitchFamily="34" charset="0"/>
            </a:endParaRPr>
          </a:p>
          <a:p>
            <a:pPr marL="457200" indent="-457200" eaLnBrk="1" hangingPunct="1">
              <a:spcBef>
                <a:spcPts val="300"/>
              </a:spcBef>
              <a:buFont typeface="+mj-lt"/>
              <a:buAutoNum type="arabicPeriod"/>
              <a:defRPr/>
            </a:pPr>
            <a:r>
              <a:rPr lang="ja-JP" altLang="en-US" sz="2000" dirty="0">
                <a:cs typeface="Arial" pitchFamily="34" charset="0"/>
              </a:rPr>
              <a:t>１行目をコピーして４回ペーストする</a:t>
            </a:r>
            <a:endParaRPr lang="en-US" altLang="ja-JP" sz="2000" dirty="0">
              <a:cs typeface="Arial" pitchFamily="34" charset="0"/>
            </a:endParaRPr>
          </a:p>
          <a:p>
            <a:pPr marL="457200" indent="-457200" eaLnBrk="1" hangingPunct="1">
              <a:spcBef>
                <a:spcPts val="300"/>
              </a:spcBef>
              <a:buFont typeface="+mj-lt"/>
              <a:buAutoNum type="arabicPeriod"/>
              <a:defRPr/>
            </a:pPr>
            <a:r>
              <a:rPr lang="ja-JP" altLang="en-US" sz="2000" dirty="0">
                <a:cs typeface="Arial" pitchFamily="34" charset="0"/>
              </a:rPr>
              <a:t>１つ目の引数（</a:t>
            </a:r>
            <a:r>
              <a:rPr lang="en-US" altLang="ja-JP" sz="2000" dirty="0">
                <a:cs typeface="Arial" pitchFamily="34" charset="0"/>
              </a:rPr>
              <a:t>c1</a:t>
            </a:r>
            <a:r>
              <a:rPr lang="ja-JP" altLang="en-US" sz="2000" dirty="0">
                <a:cs typeface="Arial" pitchFamily="34" charset="0"/>
              </a:rPr>
              <a:t>の値）を</a:t>
            </a:r>
            <a:r>
              <a:rPr lang="en-US" altLang="ja-JP" sz="2000" dirty="0">
                <a:cs typeface="Arial" pitchFamily="34" charset="0"/>
              </a:rPr>
              <a:t>2.0, 2.2, 2.4, 2.6, 2.8</a:t>
            </a:r>
            <a:r>
              <a:rPr lang="ja-JP" altLang="en-US" sz="2000" dirty="0">
                <a:cs typeface="Arial" pitchFamily="34" charset="0"/>
              </a:rPr>
              <a:t>として保存する</a:t>
            </a:r>
            <a:endParaRPr lang="en-US" altLang="ja-JP" sz="2000" dirty="0">
              <a:cs typeface="Arial" pitchFamily="34" charset="0"/>
            </a:endParaRPr>
          </a:p>
          <a:p>
            <a:pPr marL="457200" indent="-457200" eaLnBrk="1" hangingPunct="1">
              <a:spcBef>
                <a:spcPts val="300"/>
              </a:spcBef>
              <a:buFont typeface="+mj-lt"/>
              <a:buAutoNum type="arabicPeriod"/>
              <a:defRPr/>
            </a:pPr>
            <a:r>
              <a:rPr lang="ja-JP" altLang="en-US" sz="2000" dirty="0">
                <a:cs typeface="Arial" pitchFamily="34" charset="0"/>
              </a:rPr>
              <a:t>ターミナルで</a:t>
            </a:r>
            <a:r>
              <a:rPr lang="en-US" altLang="ja-JP" sz="2000" dirty="0">
                <a:solidFill>
                  <a:srgbClr val="FF0000"/>
                </a:solidFill>
                <a:cs typeface="Arial" pitchFamily="34" charset="0"/>
              </a:rPr>
              <a:t>multirun.bat</a:t>
            </a:r>
            <a:r>
              <a:rPr lang="ja-JP" altLang="en-US" sz="2000" dirty="0">
                <a:cs typeface="Arial" pitchFamily="34" charset="0"/>
              </a:rPr>
              <a:t>もしくは</a:t>
            </a:r>
            <a:r>
              <a:rPr lang="en-US" altLang="ja-JP" sz="2000" dirty="0">
                <a:solidFill>
                  <a:srgbClr val="FF0000"/>
                </a:solidFill>
                <a:cs typeface="Arial" pitchFamily="34" charset="0"/>
              </a:rPr>
              <a:t>./multirun.sh</a:t>
            </a:r>
            <a:r>
              <a:rPr lang="ja-JP" altLang="en-US" sz="2000" dirty="0">
                <a:cs typeface="Arial" pitchFamily="34" charset="0"/>
              </a:rPr>
              <a:t>と入力して実行</a:t>
            </a:r>
            <a:endParaRPr lang="en-US" altLang="ja-JP" sz="2000" dirty="0">
              <a:cs typeface="Arial" pitchFamily="34" charset="0"/>
            </a:endParaRPr>
          </a:p>
          <a:p>
            <a:pPr marL="457200" indent="-457200" eaLnBrk="1" hangingPunct="1">
              <a:spcBef>
                <a:spcPts val="300"/>
              </a:spcBef>
              <a:buFont typeface="+mj-lt"/>
              <a:buAutoNum type="arabicPeriod"/>
              <a:defRPr/>
            </a:pPr>
            <a:r>
              <a:rPr lang="en-US" altLang="ja-JP" sz="2000" dirty="0" err="1">
                <a:cs typeface="Arial" pitchFamily="34" charset="0"/>
              </a:rPr>
              <a:t>eachout</a:t>
            </a:r>
            <a:r>
              <a:rPr lang="ja-JP" altLang="en-US" sz="2000" dirty="0">
                <a:cs typeface="Arial" pitchFamily="34" charset="0"/>
              </a:rPr>
              <a:t>フォルダに出来た結果（</a:t>
            </a:r>
            <a:r>
              <a:rPr lang="en-US" altLang="ja-JP" sz="2000" dirty="0" err="1">
                <a:cs typeface="Arial" pitchFamily="34" charset="0"/>
              </a:rPr>
              <a:t>track_rz.eps</a:t>
            </a:r>
            <a:r>
              <a:rPr lang="ja-JP" altLang="en-US" sz="2000" dirty="0">
                <a:cs typeface="Arial" pitchFamily="34" charset="0"/>
              </a:rPr>
              <a:t>）を確認</a:t>
            </a:r>
            <a:endParaRPr lang="en-US" altLang="ja-JP" sz="2000" dirty="0">
              <a:cs typeface="Arial" pitchFamily="34" charset="0"/>
            </a:endParaRPr>
          </a:p>
        </p:txBody>
      </p:sp>
      <p:sp>
        <p:nvSpPr>
          <p:cNvPr id="15" name="テキスト ボックス 20">
            <a:extLst>
              <a:ext uri="{FF2B5EF4-FFF2-40B4-BE49-F238E27FC236}">
                <a16:creationId xmlns:a16="http://schemas.microsoft.com/office/drawing/2014/main" id="{E0EA440A-054C-40E3-839B-04C7E7A155E3}"/>
              </a:ext>
            </a:extLst>
          </p:cNvPr>
          <p:cNvSpPr txBox="1">
            <a:spLocks noChangeArrowheads="1"/>
          </p:cNvSpPr>
          <p:nvPr/>
        </p:nvSpPr>
        <p:spPr bwMode="auto">
          <a:xfrm>
            <a:off x="526068" y="743024"/>
            <a:ext cx="7920880" cy="46166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buFontTx/>
              <a:buNone/>
            </a:pPr>
            <a:r>
              <a:rPr lang="ja-JP" altLang="en-US" sz="2400" dirty="0"/>
              <a:t>複数のコンクリート密度に対して連続して</a:t>
            </a:r>
            <a:r>
              <a:rPr lang="en-US" altLang="ja-JP" sz="2400" dirty="0"/>
              <a:t>PHITS</a:t>
            </a:r>
            <a:r>
              <a:rPr lang="ja-JP" altLang="en-US" sz="2400" dirty="0"/>
              <a:t>を実行しよう</a:t>
            </a:r>
          </a:p>
        </p:txBody>
      </p:sp>
      <p:sp>
        <p:nvSpPr>
          <p:cNvPr id="16" name="Text Box 1031">
            <a:extLst>
              <a:ext uri="{FF2B5EF4-FFF2-40B4-BE49-F238E27FC236}">
                <a16:creationId xmlns:a16="http://schemas.microsoft.com/office/drawing/2014/main" id="{06805BFF-1B24-49A2-87C0-7BC0147E4675}"/>
              </a:ext>
            </a:extLst>
          </p:cNvPr>
          <p:cNvSpPr txBox="1">
            <a:spLocks noChangeArrowheads="1"/>
          </p:cNvSpPr>
          <p:nvPr/>
        </p:nvSpPr>
        <p:spPr bwMode="auto">
          <a:xfrm>
            <a:off x="1979712" y="3068960"/>
            <a:ext cx="2088233" cy="1323439"/>
          </a:xfrm>
          <a:prstGeom prst="rect">
            <a:avLst/>
          </a:prstGeom>
          <a:solidFill>
            <a:schemeClr val="bg1"/>
          </a:solidFill>
          <a:ln w="19050">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1600" dirty="0">
                <a:solidFill>
                  <a:srgbClr val="000000"/>
                </a:solidFill>
                <a:latin typeface="Tahoma" panose="020B0604030504040204" pitchFamily="34" charset="0"/>
              </a:rPr>
              <a:t>call eachrun.bat 2.0</a:t>
            </a:r>
          </a:p>
          <a:p>
            <a:pPr eaLnBrk="1" hangingPunct="1">
              <a:spcBef>
                <a:spcPct val="0"/>
              </a:spcBef>
              <a:buNone/>
            </a:pPr>
            <a:r>
              <a:rPr lang="en-US" altLang="ja-JP" sz="1600" dirty="0">
                <a:solidFill>
                  <a:srgbClr val="FF0000"/>
                </a:solidFill>
                <a:latin typeface="Tahoma" panose="020B0604030504040204" pitchFamily="34" charset="0"/>
              </a:rPr>
              <a:t>call eachrun.bat 2.2</a:t>
            </a:r>
            <a:endParaRPr lang="pt-BR" altLang="ja-JP" sz="1600" dirty="0">
              <a:solidFill>
                <a:srgbClr val="FF0000"/>
              </a:solidFill>
              <a:latin typeface="Tahoma" panose="020B0604030504040204" pitchFamily="34" charset="0"/>
            </a:endParaRPr>
          </a:p>
          <a:p>
            <a:pPr eaLnBrk="1" hangingPunct="1">
              <a:spcBef>
                <a:spcPct val="0"/>
              </a:spcBef>
              <a:buNone/>
            </a:pPr>
            <a:r>
              <a:rPr lang="en-US" altLang="ja-JP" sz="1600" dirty="0">
                <a:solidFill>
                  <a:srgbClr val="FF0000"/>
                </a:solidFill>
                <a:latin typeface="Tahoma" panose="020B0604030504040204" pitchFamily="34" charset="0"/>
              </a:rPr>
              <a:t>call eachrun.bat 2.4</a:t>
            </a:r>
            <a:endParaRPr lang="pt-BR" altLang="ja-JP" sz="1600" dirty="0">
              <a:solidFill>
                <a:srgbClr val="FF0000"/>
              </a:solidFill>
              <a:latin typeface="Tahoma" panose="020B0604030504040204" pitchFamily="34" charset="0"/>
            </a:endParaRPr>
          </a:p>
          <a:p>
            <a:pPr eaLnBrk="1" hangingPunct="1">
              <a:spcBef>
                <a:spcPct val="0"/>
              </a:spcBef>
              <a:buNone/>
            </a:pPr>
            <a:r>
              <a:rPr lang="en-US" altLang="ja-JP" sz="1600" dirty="0">
                <a:solidFill>
                  <a:srgbClr val="FF0000"/>
                </a:solidFill>
                <a:latin typeface="Tahoma" panose="020B0604030504040204" pitchFamily="34" charset="0"/>
              </a:rPr>
              <a:t>call eachrun.bat 2.6</a:t>
            </a:r>
            <a:endParaRPr lang="pt-BR" altLang="ja-JP" sz="1600" dirty="0">
              <a:solidFill>
                <a:srgbClr val="FF0000"/>
              </a:solidFill>
              <a:latin typeface="Tahoma" panose="020B0604030504040204" pitchFamily="34" charset="0"/>
            </a:endParaRPr>
          </a:p>
          <a:p>
            <a:pPr eaLnBrk="1" hangingPunct="1">
              <a:spcBef>
                <a:spcPct val="0"/>
              </a:spcBef>
              <a:buNone/>
            </a:pPr>
            <a:r>
              <a:rPr lang="en-US" altLang="ja-JP" sz="1600" dirty="0">
                <a:solidFill>
                  <a:srgbClr val="FF0000"/>
                </a:solidFill>
                <a:latin typeface="Tahoma" panose="020B0604030504040204" pitchFamily="34" charset="0"/>
              </a:rPr>
              <a:t>call eachrun.bat 2.8</a:t>
            </a:r>
            <a:endParaRPr lang="pt-BR" altLang="ja-JP" sz="1600" dirty="0">
              <a:solidFill>
                <a:srgbClr val="FF0000"/>
              </a:solidFill>
              <a:latin typeface="Tahoma" panose="020B0604030504040204" pitchFamily="34" charset="0"/>
            </a:endParaRPr>
          </a:p>
        </p:txBody>
      </p:sp>
      <p:sp>
        <p:nvSpPr>
          <p:cNvPr id="17" name="Text Box 1030">
            <a:extLst>
              <a:ext uri="{FF2B5EF4-FFF2-40B4-BE49-F238E27FC236}">
                <a16:creationId xmlns:a16="http://schemas.microsoft.com/office/drawing/2014/main" id="{B814D34F-EE84-4178-BDBC-D60D6937D3EB}"/>
              </a:ext>
            </a:extLst>
          </p:cNvPr>
          <p:cNvSpPr txBox="1">
            <a:spLocks noChangeArrowheads="1"/>
          </p:cNvSpPr>
          <p:nvPr/>
        </p:nvSpPr>
        <p:spPr bwMode="auto">
          <a:xfrm>
            <a:off x="302192" y="3081229"/>
            <a:ext cx="1565365" cy="40011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2000" dirty="0">
                <a:solidFill>
                  <a:srgbClr val="000000"/>
                </a:solidFill>
                <a:latin typeface="Tahoma" panose="020B0604030504040204" pitchFamily="34" charset="0"/>
              </a:rPr>
              <a:t>multirun.bat</a:t>
            </a:r>
          </a:p>
        </p:txBody>
      </p:sp>
      <p:sp>
        <p:nvSpPr>
          <p:cNvPr id="21" name="Text Box 1030">
            <a:extLst>
              <a:ext uri="{FF2B5EF4-FFF2-40B4-BE49-F238E27FC236}">
                <a16:creationId xmlns:a16="http://schemas.microsoft.com/office/drawing/2014/main" id="{771A8B2C-8ADE-425D-99E3-5A7F5E860983}"/>
              </a:ext>
            </a:extLst>
          </p:cNvPr>
          <p:cNvSpPr txBox="1">
            <a:spLocks noChangeArrowheads="1"/>
          </p:cNvSpPr>
          <p:nvPr/>
        </p:nvSpPr>
        <p:spPr bwMode="auto">
          <a:xfrm>
            <a:off x="4518248" y="3081229"/>
            <a:ext cx="1459567" cy="40011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2000" dirty="0">
                <a:solidFill>
                  <a:srgbClr val="000000"/>
                </a:solidFill>
                <a:latin typeface="Tahoma" panose="020B0604030504040204" pitchFamily="34" charset="0"/>
              </a:rPr>
              <a:t>multirun.sh</a:t>
            </a:r>
          </a:p>
        </p:txBody>
      </p:sp>
      <p:sp>
        <p:nvSpPr>
          <p:cNvPr id="13" name="Text Box 1031">
            <a:extLst>
              <a:ext uri="{FF2B5EF4-FFF2-40B4-BE49-F238E27FC236}">
                <a16:creationId xmlns:a16="http://schemas.microsoft.com/office/drawing/2014/main" id="{08EF03C9-3F3C-453F-9110-9DFB0F205021}"/>
              </a:ext>
            </a:extLst>
          </p:cNvPr>
          <p:cNvSpPr txBox="1">
            <a:spLocks noChangeArrowheads="1"/>
          </p:cNvSpPr>
          <p:nvPr/>
        </p:nvSpPr>
        <p:spPr bwMode="auto">
          <a:xfrm>
            <a:off x="6084168" y="3081229"/>
            <a:ext cx="1774751" cy="1323439"/>
          </a:xfrm>
          <a:prstGeom prst="rect">
            <a:avLst/>
          </a:prstGeom>
          <a:solidFill>
            <a:schemeClr val="bg1"/>
          </a:solidFill>
          <a:ln w="19050">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1600" dirty="0">
                <a:solidFill>
                  <a:srgbClr val="000000"/>
                </a:solidFill>
                <a:latin typeface="Tahoma" panose="020B0604030504040204" pitchFamily="34" charset="0"/>
              </a:rPr>
              <a:t>./eachrun.sh 2.0</a:t>
            </a:r>
          </a:p>
          <a:p>
            <a:pPr eaLnBrk="1" hangingPunct="1">
              <a:spcBef>
                <a:spcPct val="0"/>
              </a:spcBef>
              <a:buNone/>
            </a:pPr>
            <a:r>
              <a:rPr lang="en-US" altLang="ja-JP" sz="1600" dirty="0">
                <a:solidFill>
                  <a:srgbClr val="FF0000"/>
                </a:solidFill>
                <a:latin typeface="Tahoma" panose="020B0604030504040204" pitchFamily="34" charset="0"/>
              </a:rPr>
              <a:t>./eachrun.sh 2.2</a:t>
            </a:r>
            <a:endParaRPr lang="pt-BR" altLang="ja-JP" sz="1600" dirty="0">
              <a:solidFill>
                <a:srgbClr val="FF0000"/>
              </a:solidFill>
              <a:latin typeface="Tahoma" panose="020B0604030504040204" pitchFamily="34" charset="0"/>
            </a:endParaRPr>
          </a:p>
          <a:p>
            <a:pPr eaLnBrk="1" hangingPunct="1">
              <a:spcBef>
                <a:spcPct val="0"/>
              </a:spcBef>
              <a:buNone/>
            </a:pPr>
            <a:r>
              <a:rPr lang="en-US" altLang="ja-JP" sz="1600" dirty="0">
                <a:solidFill>
                  <a:srgbClr val="FF0000"/>
                </a:solidFill>
                <a:latin typeface="Tahoma" panose="020B0604030504040204" pitchFamily="34" charset="0"/>
              </a:rPr>
              <a:t>./eachrun.sh 2.4</a:t>
            </a:r>
            <a:endParaRPr lang="pt-BR" altLang="ja-JP" sz="1600" dirty="0">
              <a:solidFill>
                <a:srgbClr val="FF0000"/>
              </a:solidFill>
              <a:latin typeface="Tahoma" panose="020B0604030504040204" pitchFamily="34" charset="0"/>
            </a:endParaRPr>
          </a:p>
          <a:p>
            <a:pPr eaLnBrk="1" hangingPunct="1">
              <a:spcBef>
                <a:spcPct val="0"/>
              </a:spcBef>
              <a:buNone/>
            </a:pPr>
            <a:r>
              <a:rPr lang="en-US" altLang="ja-JP" sz="1600" dirty="0">
                <a:solidFill>
                  <a:srgbClr val="FF0000"/>
                </a:solidFill>
                <a:latin typeface="Tahoma" panose="020B0604030504040204" pitchFamily="34" charset="0"/>
              </a:rPr>
              <a:t>./eachrun.sh 2.6</a:t>
            </a:r>
            <a:endParaRPr lang="pt-BR" altLang="ja-JP" sz="1600" dirty="0">
              <a:solidFill>
                <a:srgbClr val="FF0000"/>
              </a:solidFill>
              <a:latin typeface="Tahoma" panose="020B0604030504040204" pitchFamily="34" charset="0"/>
            </a:endParaRPr>
          </a:p>
          <a:p>
            <a:pPr eaLnBrk="1" hangingPunct="1">
              <a:spcBef>
                <a:spcPct val="0"/>
              </a:spcBef>
              <a:buNone/>
            </a:pPr>
            <a:r>
              <a:rPr lang="en-US" altLang="ja-JP" sz="1600" dirty="0">
                <a:solidFill>
                  <a:srgbClr val="FF0000"/>
                </a:solidFill>
                <a:latin typeface="Tahoma" panose="020B0604030504040204" pitchFamily="34" charset="0"/>
              </a:rPr>
              <a:t>./eachrun.sh 2.8</a:t>
            </a:r>
            <a:endParaRPr lang="pt-BR" altLang="ja-JP" sz="1600" dirty="0">
              <a:solidFill>
                <a:srgbClr val="FF0000"/>
              </a:solidFill>
              <a:latin typeface="Tahoma" panose="020B0604030504040204" pitchFamily="34" charset="0"/>
            </a:endParaRPr>
          </a:p>
        </p:txBody>
      </p:sp>
      <p:grpSp>
        <p:nvGrpSpPr>
          <p:cNvPr id="11" name="グループ化 10">
            <a:extLst>
              <a:ext uri="{FF2B5EF4-FFF2-40B4-BE49-F238E27FC236}">
                <a16:creationId xmlns:a16="http://schemas.microsoft.com/office/drawing/2014/main" id="{B484207D-EB9D-4326-8E64-51729180B697}"/>
              </a:ext>
            </a:extLst>
          </p:cNvPr>
          <p:cNvGrpSpPr/>
          <p:nvPr/>
        </p:nvGrpSpPr>
        <p:grpSpPr>
          <a:xfrm>
            <a:off x="26500" y="4509120"/>
            <a:ext cx="9090999" cy="1765355"/>
            <a:chOff x="22409" y="4399949"/>
            <a:chExt cx="8873348" cy="1723090"/>
          </a:xfrm>
        </p:grpSpPr>
        <p:pic>
          <p:nvPicPr>
            <p:cNvPr id="18" name="図 17">
              <a:extLst>
                <a:ext uri="{FF2B5EF4-FFF2-40B4-BE49-F238E27FC236}">
                  <a16:creationId xmlns:a16="http://schemas.microsoft.com/office/drawing/2014/main" id="{171F3F86-0110-4DB6-BE25-D41EF9F51E85}"/>
                </a:ext>
              </a:extLst>
            </p:cNvPr>
            <p:cNvPicPr>
              <a:picLocks noChangeAspect="1"/>
            </p:cNvPicPr>
            <p:nvPr/>
          </p:nvPicPr>
          <p:blipFill rotWithShape="1">
            <a:blip r:embed="rId3"/>
            <a:srcRect l="3601" t="3141" r="2745" b="3141"/>
            <a:stretch/>
          </p:blipFill>
          <p:spPr>
            <a:xfrm>
              <a:off x="22409" y="4399949"/>
              <a:ext cx="1974312" cy="1714363"/>
            </a:xfrm>
            <a:prstGeom prst="rect">
              <a:avLst/>
            </a:prstGeom>
          </p:spPr>
        </p:pic>
        <p:pic>
          <p:nvPicPr>
            <p:cNvPr id="4" name="図 3">
              <a:extLst>
                <a:ext uri="{FF2B5EF4-FFF2-40B4-BE49-F238E27FC236}">
                  <a16:creationId xmlns:a16="http://schemas.microsoft.com/office/drawing/2014/main" id="{8BB2706A-61F7-456E-8217-468CC634545C}"/>
                </a:ext>
              </a:extLst>
            </p:cNvPr>
            <p:cNvPicPr>
              <a:picLocks noChangeAspect="1"/>
            </p:cNvPicPr>
            <p:nvPr/>
          </p:nvPicPr>
          <p:blipFill rotWithShape="1">
            <a:blip r:embed="rId4"/>
            <a:srcRect l="18195" t="2208" r="3739" b="652"/>
            <a:stretch/>
          </p:blipFill>
          <p:spPr>
            <a:xfrm>
              <a:off x="2016531" y="4399949"/>
              <a:ext cx="1684793" cy="1719632"/>
            </a:xfrm>
            <a:prstGeom prst="rect">
              <a:avLst/>
            </a:prstGeom>
          </p:spPr>
        </p:pic>
        <p:pic>
          <p:nvPicPr>
            <p:cNvPr id="6" name="図 5">
              <a:extLst>
                <a:ext uri="{FF2B5EF4-FFF2-40B4-BE49-F238E27FC236}">
                  <a16:creationId xmlns:a16="http://schemas.microsoft.com/office/drawing/2014/main" id="{F210E347-C14D-4790-923E-3658FCB1DDA7}"/>
                </a:ext>
              </a:extLst>
            </p:cNvPr>
            <p:cNvPicPr>
              <a:picLocks noChangeAspect="1"/>
            </p:cNvPicPr>
            <p:nvPr/>
          </p:nvPicPr>
          <p:blipFill rotWithShape="1">
            <a:blip r:embed="rId5"/>
            <a:srcRect l="17191" t="1583" r="3771" b="2635"/>
            <a:stretch/>
          </p:blipFill>
          <p:spPr>
            <a:xfrm>
              <a:off x="3741798" y="4408676"/>
              <a:ext cx="1664129" cy="1714363"/>
            </a:xfrm>
            <a:prstGeom prst="rect">
              <a:avLst/>
            </a:prstGeom>
          </p:spPr>
        </p:pic>
        <p:pic>
          <p:nvPicPr>
            <p:cNvPr id="8" name="図 7">
              <a:extLst>
                <a:ext uri="{FF2B5EF4-FFF2-40B4-BE49-F238E27FC236}">
                  <a16:creationId xmlns:a16="http://schemas.microsoft.com/office/drawing/2014/main" id="{38E9B175-0799-4A59-82BE-FCBA810465EF}"/>
                </a:ext>
              </a:extLst>
            </p:cNvPr>
            <p:cNvPicPr>
              <a:picLocks noChangeAspect="1"/>
            </p:cNvPicPr>
            <p:nvPr/>
          </p:nvPicPr>
          <p:blipFill rotWithShape="1">
            <a:blip r:embed="rId6"/>
            <a:srcRect l="15220" t="2444" r="3123" b="3709"/>
            <a:stretch/>
          </p:blipFill>
          <p:spPr>
            <a:xfrm>
              <a:off x="5457126" y="4408676"/>
              <a:ext cx="1691260" cy="1714363"/>
            </a:xfrm>
            <a:prstGeom prst="rect">
              <a:avLst/>
            </a:prstGeom>
          </p:spPr>
        </p:pic>
        <p:pic>
          <p:nvPicPr>
            <p:cNvPr id="10" name="図 9">
              <a:extLst>
                <a:ext uri="{FF2B5EF4-FFF2-40B4-BE49-F238E27FC236}">
                  <a16:creationId xmlns:a16="http://schemas.microsoft.com/office/drawing/2014/main" id="{2D6597F6-792B-44DF-B3CF-40C9158A8103}"/>
                </a:ext>
              </a:extLst>
            </p:cNvPr>
            <p:cNvPicPr>
              <a:picLocks noChangeAspect="1"/>
            </p:cNvPicPr>
            <p:nvPr/>
          </p:nvPicPr>
          <p:blipFill rotWithShape="1">
            <a:blip r:embed="rId7"/>
            <a:srcRect l="17321" t="1899" r="2465" b="3177"/>
            <a:stretch/>
          </p:blipFill>
          <p:spPr>
            <a:xfrm>
              <a:off x="7204497" y="4408676"/>
              <a:ext cx="1691260" cy="1714362"/>
            </a:xfrm>
            <a:prstGeom prst="rect">
              <a:avLst/>
            </a:prstGeom>
          </p:spPr>
        </p:pic>
      </p:grpSp>
      <p:sp>
        <p:nvSpPr>
          <p:cNvPr id="12" name="テキスト ボックス 11">
            <a:extLst>
              <a:ext uri="{FF2B5EF4-FFF2-40B4-BE49-F238E27FC236}">
                <a16:creationId xmlns:a16="http://schemas.microsoft.com/office/drawing/2014/main" id="{24E86363-8E7F-468B-B2AD-6362C4A22D46}"/>
              </a:ext>
            </a:extLst>
          </p:cNvPr>
          <p:cNvSpPr txBox="1"/>
          <p:nvPr/>
        </p:nvSpPr>
        <p:spPr>
          <a:xfrm>
            <a:off x="429114" y="5638672"/>
            <a:ext cx="1107996" cy="369332"/>
          </a:xfrm>
          <a:prstGeom prst="rect">
            <a:avLst/>
          </a:prstGeom>
          <a:noFill/>
        </p:spPr>
        <p:txBody>
          <a:bodyPr wrap="none" rtlCol="0">
            <a:spAutoFit/>
          </a:bodyPr>
          <a:lstStyle/>
          <a:p>
            <a:r>
              <a:rPr kumimoji="1" lang="en-US" altLang="ja-JP" dirty="0">
                <a:solidFill>
                  <a:schemeClr val="accent2"/>
                </a:solidFill>
              </a:rPr>
              <a:t>2.0 g/cm</a:t>
            </a:r>
            <a:r>
              <a:rPr kumimoji="1" lang="en-US" altLang="ja-JP" baseline="30000" dirty="0">
                <a:solidFill>
                  <a:schemeClr val="accent2"/>
                </a:solidFill>
              </a:rPr>
              <a:t>3</a:t>
            </a:r>
            <a:endParaRPr kumimoji="1" lang="ja-JP" altLang="en-US" baseline="30000" dirty="0">
              <a:solidFill>
                <a:schemeClr val="accent2"/>
              </a:solidFill>
            </a:endParaRPr>
          </a:p>
        </p:txBody>
      </p:sp>
      <p:sp>
        <p:nvSpPr>
          <p:cNvPr id="26" name="テキスト ボックス 25">
            <a:extLst>
              <a:ext uri="{FF2B5EF4-FFF2-40B4-BE49-F238E27FC236}">
                <a16:creationId xmlns:a16="http://schemas.microsoft.com/office/drawing/2014/main" id="{023B87FB-93D2-4245-9547-0C930F44CC58}"/>
              </a:ext>
            </a:extLst>
          </p:cNvPr>
          <p:cNvSpPr txBox="1"/>
          <p:nvPr/>
        </p:nvSpPr>
        <p:spPr>
          <a:xfrm>
            <a:off x="2160393" y="5635596"/>
            <a:ext cx="1069524" cy="369332"/>
          </a:xfrm>
          <a:prstGeom prst="rect">
            <a:avLst/>
          </a:prstGeom>
          <a:noFill/>
        </p:spPr>
        <p:txBody>
          <a:bodyPr wrap="none" rtlCol="0">
            <a:spAutoFit/>
          </a:bodyPr>
          <a:lstStyle/>
          <a:p>
            <a:r>
              <a:rPr kumimoji="1" lang="en-US" altLang="ja-JP" dirty="0">
                <a:solidFill>
                  <a:schemeClr val="accent2"/>
                </a:solidFill>
              </a:rPr>
              <a:t>2.2 g/cm</a:t>
            </a:r>
            <a:r>
              <a:rPr kumimoji="1" lang="en-US" altLang="ja-JP" baseline="30000" dirty="0">
                <a:solidFill>
                  <a:schemeClr val="accent2"/>
                </a:solidFill>
              </a:rPr>
              <a:t>3</a:t>
            </a:r>
            <a:endParaRPr kumimoji="1" lang="ja-JP" altLang="en-US" baseline="30000" dirty="0">
              <a:solidFill>
                <a:schemeClr val="accent2"/>
              </a:solidFill>
            </a:endParaRPr>
          </a:p>
        </p:txBody>
      </p:sp>
      <p:sp>
        <p:nvSpPr>
          <p:cNvPr id="27" name="テキスト ボックス 26">
            <a:extLst>
              <a:ext uri="{FF2B5EF4-FFF2-40B4-BE49-F238E27FC236}">
                <a16:creationId xmlns:a16="http://schemas.microsoft.com/office/drawing/2014/main" id="{225DD377-26A6-42F1-B91E-9F14C262B869}"/>
              </a:ext>
            </a:extLst>
          </p:cNvPr>
          <p:cNvSpPr txBox="1"/>
          <p:nvPr/>
        </p:nvSpPr>
        <p:spPr>
          <a:xfrm>
            <a:off x="3951746" y="5640929"/>
            <a:ext cx="1069524" cy="369332"/>
          </a:xfrm>
          <a:prstGeom prst="rect">
            <a:avLst/>
          </a:prstGeom>
          <a:noFill/>
        </p:spPr>
        <p:txBody>
          <a:bodyPr wrap="none" rtlCol="0">
            <a:spAutoFit/>
          </a:bodyPr>
          <a:lstStyle/>
          <a:p>
            <a:r>
              <a:rPr kumimoji="1" lang="en-US" altLang="ja-JP" dirty="0">
                <a:solidFill>
                  <a:schemeClr val="accent2"/>
                </a:solidFill>
              </a:rPr>
              <a:t>2.4 g/cm</a:t>
            </a:r>
            <a:r>
              <a:rPr kumimoji="1" lang="en-US" altLang="ja-JP" baseline="30000" dirty="0">
                <a:solidFill>
                  <a:schemeClr val="accent2"/>
                </a:solidFill>
              </a:rPr>
              <a:t>3</a:t>
            </a:r>
            <a:endParaRPr kumimoji="1" lang="ja-JP" altLang="en-US" baseline="30000" dirty="0">
              <a:solidFill>
                <a:schemeClr val="accent2"/>
              </a:solidFill>
            </a:endParaRPr>
          </a:p>
        </p:txBody>
      </p:sp>
      <p:sp>
        <p:nvSpPr>
          <p:cNvPr id="29" name="テキスト ボックス 28">
            <a:extLst>
              <a:ext uri="{FF2B5EF4-FFF2-40B4-BE49-F238E27FC236}">
                <a16:creationId xmlns:a16="http://schemas.microsoft.com/office/drawing/2014/main" id="{3AFF9DBE-2643-4CBD-891B-035DEE0144EB}"/>
              </a:ext>
            </a:extLst>
          </p:cNvPr>
          <p:cNvSpPr txBox="1"/>
          <p:nvPr/>
        </p:nvSpPr>
        <p:spPr>
          <a:xfrm>
            <a:off x="5656694" y="5625887"/>
            <a:ext cx="1069524" cy="369332"/>
          </a:xfrm>
          <a:prstGeom prst="rect">
            <a:avLst/>
          </a:prstGeom>
          <a:noFill/>
        </p:spPr>
        <p:txBody>
          <a:bodyPr wrap="none" rtlCol="0">
            <a:spAutoFit/>
          </a:bodyPr>
          <a:lstStyle/>
          <a:p>
            <a:r>
              <a:rPr kumimoji="1" lang="en-US" altLang="ja-JP" dirty="0">
                <a:solidFill>
                  <a:schemeClr val="accent2"/>
                </a:solidFill>
              </a:rPr>
              <a:t>2.6 g/cm</a:t>
            </a:r>
            <a:r>
              <a:rPr kumimoji="1" lang="en-US" altLang="ja-JP" baseline="30000" dirty="0">
                <a:solidFill>
                  <a:schemeClr val="accent2"/>
                </a:solidFill>
              </a:rPr>
              <a:t>3</a:t>
            </a:r>
            <a:endParaRPr kumimoji="1" lang="ja-JP" altLang="en-US" baseline="30000" dirty="0">
              <a:solidFill>
                <a:schemeClr val="accent2"/>
              </a:solidFill>
            </a:endParaRPr>
          </a:p>
        </p:txBody>
      </p:sp>
      <p:sp>
        <p:nvSpPr>
          <p:cNvPr id="30" name="テキスト ボックス 29">
            <a:extLst>
              <a:ext uri="{FF2B5EF4-FFF2-40B4-BE49-F238E27FC236}">
                <a16:creationId xmlns:a16="http://schemas.microsoft.com/office/drawing/2014/main" id="{A867C322-FD43-4A5A-8CC7-1830A75133B6}"/>
              </a:ext>
            </a:extLst>
          </p:cNvPr>
          <p:cNvSpPr txBox="1"/>
          <p:nvPr/>
        </p:nvSpPr>
        <p:spPr>
          <a:xfrm>
            <a:off x="7455748" y="5634593"/>
            <a:ext cx="1069524" cy="369332"/>
          </a:xfrm>
          <a:prstGeom prst="rect">
            <a:avLst/>
          </a:prstGeom>
          <a:noFill/>
        </p:spPr>
        <p:txBody>
          <a:bodyPr wrap="none" rtlCol="0">
            <a:spAutoFit/>
          </a:bodyPr>
          <a:lstStyle/>
          <a:p>
            <a:r>
              <a:rPr kumimoji="1" lang="en-US" altLang="ja-JP" dirty="0">
                <a:solidFill>
                  <a:schemeClr val="accent2"/>
                </a:solidFill>
              </a:rPr>
              <a:t>2.8 g/cm</a:t>
            </a:r>
            <a:r>
              <a:rPr kumimoji="1" lang="en-US" altLang="ja-JP" baseline="30000" dirty="0">
                <a:solidFill>
                  <a:schemeClr val="accent2"/>
                </a:solidFill>
              </a:rPr>
              <a:t>3</a:t>
            </a:r>
            <a:endParaRPr kumimoji="1" lang="ja-JP" altLang="en-US" baseline="30000" dirty="0">
              <a:solidFill>
                <a:schemeClr val="accent2"/>
              </a:solidFill>
            </a:endParaRPr>
          </a:p>
        </p:txBody>
      </p:sp>
    </p:spTree>
    <p:extLst>
      <p:ext uri="{BB962C8B-B14F-4D97-AF65-F5344CB8AC3E}">
        <p14:creationId xmlns:p14="http://schemas.microsoft.com/office/powerpoint/2010/main" val="42346993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3158235-822F-4C06-B9B2-CAF03985C737}"/>
              </a:ext>
            </a:extLst>
          </p:cNvPr>
          <p:cNvSpPr txBox="1">
            <a:spLocks noChangeArrowheads="1"/>
          </p:cNvSpPr>
          <p:nvPr/>
        </p:nvSpPr>
        <p:spPr bwMode="auto">
          <a:xfrm>
            <a:off x="228599" y="188640"/>
            <a:ext cx="868680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charset="0"/>
                <a:ea typeface="ＭＳ Ｐゴシック" pitchFamily="50" charset="-128"/>
              </a:defRPr>
            </a:lvl9pPr>
          </a:lstStyle>
          <a:p>
            <a:pPr eaLnBrk="1" hangingPunct="1">
              <a:defRPr/>
            </a:pPr>
            <a:r>
              <a:rPr lang="ja-JP" altLang="en-US" sz="4800" kern="0" dirty="0">
                <a:solidFill>
                  <a:schemeClr val="tx1"/>
                </a:solidFill>
                <a:latin typeface="+mn-lt"/>
                <a:cs typeface="Arial" charset="0"/>
              </a:rPr>
              <a:t>本実習の流れ</a:t>
            </a:r>
          </a:p>
        </p:txBody>
      </p:sp>
      <p:sp>
        <p:nvSpPr>
          <p:cNvPr id="7" name="Rectangle 3">
            <a:extLst>
              <a:ext uri="{FF2B5EF4-FFF2-40B4-BE49-F238E27FC236}">
                <a16:creationId xmlns:a16="http://schemas.microsoft.com/office/drawing/2014/main" id="{B13CA4A5-AB8F-4333-9D53-631216AC6CAB}"/>
              </a:ext>
            </a:extLst>
          </p:cNvPr>
          <p:cNvSpPr>
            <a:spLocks noChangeArrowheads="1"/>
          </p:cNvSpPr>
          <p:nvPr/>
        </p:nvSpPr>
        <p:spPr bwMode="auto">
          <a:xfrm>
            <a:off x="1626833" y="2026816"/>
            <a:ext cx="5890332" cy="2804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spcBef>
                <a:spcPct val="20000"/>
              </a:spcBef>
              <a:buChar char="•"/>
              <a:defRPr kumimoji="1" sz="3200">
                <a:solidFill>
                  <a:schemeClr val="tx1"/>
                </a:solidFill>
                <a:latin typeface="Times New Roman" pitchFamily="18" charset="0"/>
                <a:ea typeface="ＭＳ Ｐゴシック" pitchFamily="50" charset="-128"/>
              </a:defRPr>
            </a:lvl1pPr>
            <a:lvl2pPr marL="914400" indent="-457200">
              <a:spcBef>
                <a:spcPct val="20000"/>
              </a:spcBef>
              <a:buChar char="–"/>
              <a:defRPr kumimoji="1" sz="2800">
                <a:solidFill>
                  <a:schemeClr val="tx1"/>
                </a:solidFill>
                <a:latin typeface="Times New Roman" pitchFamily="18" charset="0"/>
                <a:ea typeface="ＭＳ Ｐゴシック" pitchFamily="50" charset="-128"/>
              </a:defRPr>
            </a:lvl2pPr>
            <a:lvl3pPr marL="1143000" indent="-228600">
              <a:spcBef>
                <a:spcPct val="20000"/>
              </a:spcBef>
              <a:buChar char="•"/>
              <a:defRPr kumimoji="1" sz="2400">
                <a:solidFill>
                  <a:schemeClr val="tx1"/>
                </a:solidFill>
                <a:latin typeface="Times New Roman" pitchFamily="18" charset="0"/>
                <a:ea typeface="ＭＳ Ｐゴシック" pitchFamily="50" charset="-128"/>
              </a:defRPr>
            </a:lvl3pPr>
            <a:lvl4pPr marL="1600200" indent="-228600">
              <a:spcBef>
                <a:spcPct val="20000"/>
              </a:spcBef>
              <a:buChar char="–"/>
              <a:defRPr kumimoji="1" sz="2000">
                <a:solidFill>
                  <a:schemeClr val="tx1"/>
                </a:solidFill>
                <a:latin typeface="Times New Roman" pitchFamily="18" charset="0"/>
                <a:ea typeface="ＭＳ Ｐゴシック" pitchFamily="50" charset="-128"/>
              </a:defRPr>
            </a:lvl4pPr>
            <a:lvl5pPr marL="2057400" indent="-22860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marL="432000" lvl="1" indent="-571500" eaLnBrk="1" hangingPunct="1">
              <a:buFont typeface="Wingdings" panose="05000000000000000000" pitchFamily="2" charset="2"/>
              <a:buChar char="ü"/>
              <a:defRPr/>
            </a:pPr>
            <a:endParaRPr lang="en-US" altLang="ja-JP" sz="3600" dirty="0">
              <a:solidFill>
                <a:srgbClr val="000000"/>
              </a:solidFill>
              <a:latin typeface="+mn-lt"/>
              <a:cs typeface="Arial" charset="0"/>
            </a:endParaRPr>
          </a:p>
        </p:txBody>
      </p:sp>
      <p:sp>
        <p:nvSpPr>
          <p:cNvPr id="2" name="テキスト ボックス 1">
            <a:extLst>
              <a:ext uri="{FF2B5EF4-FFF2-40B4-BE49-F238E27FC236}">
                <a16:creationId xmlns:a16="http://schemas.microsoft.com/office/drawing/2014/main" id="{1CB0D7DE-DBB1-4080-96FC-90AF84878BC2}"/>
              </a:ext>
            </a:extLst>
          </p:cNvPr>
          <p:cNvSpPr txBox="1"/>
          <p:nvPr/>
        </p:nvSpPr>
        <p:spPr>
          <a:xfrm>
            <a:off x="899592" y="1916832"/>
            <a:ext cx="7697695" cy="2769989"/>
          </a:xfrm>
          <a:prstGeom prst="rect">
            <a:avLst/>
          </a:prstGeom>
          <a:noFill/>
        </p:spPr>
        <p:txBody>
          <a:bodyPr wrap="square" rtlCol="0">
            <a:spAutoFit/>
          </a:bodyPr>
          <a:lstStyle/>
          <a:p>
            <a:pPr marL="457200" indent="-457200">
              <a:spcBef>
                <a:spcPts val="1200"/>
              </a:spcBef>
              <a:buFont typeface="Wingdings" panose="05000000000000000000" pitchFamily="2" charset="2"/>
              <a:buChar char="ü"/>
            </a:pPr>
            <a:r>
              <a:rPr kumimoji="1" lang="ja-JP" altLang="en-US" sz="3600" dirty="0">
                <a:solidFill>
                  <a:schemeClr val="tx2"/>
                </a:solidFill>
              </a:rPr>
              <a:t>自作スクリプトファイルの利用方法</a:t>
            </a:r>
            <a:endParaRPr kumimoji="1" lang="en-US" altLang="ja-JP" sz="3600" dirty="0">
              <a:solidFill>
                <a:schemeClr val="tx2"/>
              </a:solidFill>
            </a:endParaRPr>
          </a:p>
          <a:p>
            <a:pPr marL="457200" indent="-457200">
              <a:spcBef>
                <a:spcPts val="1200"/>
              </a:spcBef>
              <a:buFont typeface="Wingdings" panose="05000000000000000000" pitchFamily="2" charset="2"/>
              <a:buChar char="ü"/>
            </a:pPr>
            <a:r>
              <a:rPr kumimoji="1" lang="en-US" altLang="ja-JP" sz="3600" dirty="0">
                <a:solidFill>
                  <a:srgbClr val="FF0000"/>
                </a:solidFill>
              </a:rPr>
              <a:t>autorun.bat/</a:t>
            </a:r>
            <a:r>
              <a:rPr kumimoji="1" lang="en-US" altLang="ja-JP" sz="3600" dirty="0" err="1">
                <a:solidFill>
                  <a:srgbClr val="FF0000"/>
                </a:solidFill>
              </a:rPr>
              <a:t>sh</a:t>
            </a:r>
            <a:r>
              <a:rPr kumimoji="1" lang="ja-JP" altLang="en-US" sz="3600" dirty="0">
                <a:solidFill>
                  <a:srgbClr val="FF0000"/>
                </a:solidFill>
              </a:rPr>
              <a:t>の利用方法</a:t>
            </a:r>
            <a:endParaRPr kumimoji="1" lang="en-US" altLang="ja-JP" sz="3600" dirty="0">
              <a:solidFill>
                <a:srgbClr val="FF0000"/>
              </a:solidFill>
            </a:endParaRPr>
          </a:p>
          <a:p>
            <a:pPr marL="457200" indent="-457200">
              <a:spcBef>
                <a:spcPts val="1200"/>
              </a:spcBef>
              <a:buFont typeface="Wingdings" panose="05000000000000000000" pitchFamily="2" charset="2"/>
              <a:buChar char="ü"/>
            </a:pPr>
            <a:r>
              <a:rPr kumimoji="1" lang="en-US" altLang="ja-JP" sz="3600" dirty="0"/>
              <a:t>[</a:t>
            </a:r>
            <a:r>
              <a:rPr kumimoji="1" lang="en-US" altLang="ja-JP" sz="3600" dirty="0" err="1"/>
              <a:t>anatally</a:t>
            </a:r>
            <a:r>
              <a:rPr kumimoji="1" lang="en-US" altLang="ja-JP" sz="3600" dirty="0"/>
              <a:t>]</a:t>
            </a:r>
            <a:r>
              <a:rPr kumimoji="1" lang="ja-JP" altLang="en-US" sz="3600" dirty="0"/>
              <a:t>と</a:t>
            </a:r>
            <a:r>
              <a:rPr kumimoji="1" lang="en-US" altLang="ja-JP" sz="3600" dirty="0"/>
              <a:t>ANOVA</a:t>
            </a:r>
            <a:r>
              <a:rPr kumimoji="1" lang="ja-JP" altLang="en-US" sz="3600" dirty="0"/>
              <a:t>の利用方法</a:t>
            </a:r>
            <a:endParaRPr kumimoji="1" lang="en-US" altLang="ja-JP" sz="3600" dirty="0"/>
          </a:p>
          <a:p>
            <a:pPr marL="457200" indent="-457200">
              <a:spcBef>
                <a:spcPts val="1200"/>
              </a:spcBef>
              <a:buFont typeface="Wingdings" panose="05000000000000000000" pitchFamily="2" charset="2"/>
              <a:buChar char="ü"/>
            </a:pPr>
            <a:r>
              <a:rPr lang="ja-JP" altLang="en-US" sz="3600" dirty="0"/>
              <a:t>まとめ</a:t>
            </a:r>
            <a:endParaRPr kumimoji="1" lang="ja-JP" altLang="en-US" sz="3600" dirty="0"/>
          </a:p>
        </p:txBody>
      </p:sp>
    </p:spTree>
    <p:extLst>
      <p:ext uri="{BB962C8B-B14F-4D97-AF65-F5344CB8AC3E}">
        <p14:creationId xmlns:p14="http://schemas.microsoft.com/office/powerpoint/2010/main" val="1338451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2">
            <a:extLst>
              <a:ext uri="{FF2B5EF4-FFF2-40B4-BE49-F238E27FC236}">
                <a16:creationId xmlns:a16="http://schemas.microsoft.com/office/drawing/2014/main" id="{A426E410-C5E5-439A-A9E9-5DD834B1C9D6}"/>
              </a:ext>
            </a:extLst>
          </p:cNvPr>
          <p:cNvSpPr>
            <a:spLocks noGrp="1" noChangeArrowheads="1"/>
          </p:cNvSpPr>
          <p:nvPr>
            <p:ph type="title" idx="4294967295"/>
          </p:nvPr>
        </p:nvSpPr>
        <p:spPr>
          <a:xfrm>
            <a:off x="0" y="34176"/>
            <a:ext cx="9144000" cy="786736"/>
          </a:xfrm>
          <a:prstGeom prst="rect">
            <a:avLst/>
          </a:prstGeom>
        </p:spPr>
        <p:txBody>
          <a:bodyPr/>
          <a:lstStyle/>
          <a:p>
            <a:pPr eaLnBrk="1" hangingPunct="1">
              <a:defRPr/>
            </a:pPr>
            <a:r>
              <a:rPr lang="en-US" altLang="ja-JP" dirty="0">
                <a:latin typeface="+mn-lt"/>
                <a:cs typeface="Arial" charset="0"/>
              </a:rPr>
              <a:t>autorun.bat/</a:t>
            </a:r>
            <a:r>
              <a:rPr lang="en-US" altLang="ja-JP" dirty="0" err="1">
                <a:latin typeface="+mn-lt"/>
                <a:cs typeface="Arial" charset="0"/>
              </a:rPr>
              <a:t>sh</a:t>
            </a:r>
            <a:r>
              <a:rPr lang="ja-JP" altLang="en-US" dirty="0">
                <a:latin typeface="+mn-lt"/>
                <a:cs typeface="Arial" charset="0"/>
              </a:rPr>
              <a:t>の概要</a:t>
            </a:r>
          </a:p>
        </p:txBody>
      </p:sp>
      <p:sp>
        <p:nvSpPr>
          <p:cNvPr id="7" name="テキスト ボックス 6">
            <a:extLst>
              <a:ext uri="{FF2B5EF4-FFF2-40B4-BE49-F238E27FC236}">
                <a16:creationId xmlns:a16="http://schemas.microsoft.com/office/drawing/2014/main" id="{6DF0B379-C0B9-42E7-AAD2-065B5B7417FD}"/>
              </a:ext>
            </a:extLst>
          </p:cNvPr>
          <p:cNvSpPr txBox="1"/>
          <p:nvPr/>
        </p:nvSpPr>
        <p:spPr>
          <a:xfrm>
            <a:off x="251520" y="816895"/>
            <a:ext cx="8839827" cy="784830"/>
          </a:xfrm>
          <a:prstGeom prst="rect">
            <a:avLst/>
          </a:prstGeom>
          <a:noFill/>
        </p:spPr>
        <p:txBody>
          <a:bodyPr wrap="square">
            <a:spAutoFit/>
          </a:bodyPr>
          <a:lstStyle/>
          <a:p>
            <a:pPr marL="457200" indent="-457200" eaLnBrk="1" hangingPunct="1">
              <a:spcBef>
                <a:spcPts val="600"/>
              </a:spcBef>
              <a:buFont typeface="Wingdings" panose="05000000000000000000" pitchFamily="2" charset="2"/>
              <a:buChar char="ü"/>
              <a:defRPr/>
            </a:pPr>
            <a:r>
              <a:rPr lang="ja-JP" altLang="en-US" sz="2000" dirty="0">
                <a:cs typeface="Arial" pitchFamily="34" charset="0"/>
              </a:rPr>
              <a:t>自動的に</a:t>
            </a:r>
            <a:r>
              <a:rPr lang="en-US" altLang="ja-JP" sz="2000" dirty="0">
                <a:cs typeface="Arial" pitchFamily="34" charset="0"/>
              </a:rPr>
              <a:t>c</a:t>
            </a:r>
            <a:r>
              <a:rPr lang="en-US" altLang="ja-JP" sz="2000" i="1" dirty="0">
                <a:cs typeface="Arial" pitchFamily="34" charset="0"/>
              </a:rPr>
              <a:t>i</a:t>
            </a:r>
            <a:r>
              <a:rPr lang="ja-JP" altLang="en-US" sz="2000" dirty="0">
                <a:cs typeface="Arial" pitchFamily="34" charset="0"/>
              </a:rPr>
              <a:t>パラメータを変化させて</a:t>
            </a:r>
            <a:r>
              <a:rPr lang="en-US" altLang="ja-JP" sz="2000" dirty="0">
                <a:cs typeface="Arial" pitchFamily="34" charset="0"/>
              </a:rPr>
              <a:t>PHITS</a:t>
            </a:r>
            <a:r>
              <a:rPr lang="ja-JP" altLang="en-US" sz="2000" dirty="0">
                <a:cs typeface="Arial" pitchFamily="34" charset="0"/>
              </a:rPr>
              <a:t>を連続実行するスクリプト</a:t>
            </a:r>
            <a:endParaRPr lang="en-US" altLang="ja-JP" sz="2000" dirty="0">
              <a:cs typeface="Arial" pitchFamily="34" charset="0"/>
            </a:endParaRPr>
          </a:p>
          <a:p>
            <a:pPr marL="457200" indent="-457200" eaLnBrk="1" hangingPunct="1">
              <a:spcBef>
                <a:spcPts val="600"/>
              </a:spcBef>
              <a:buFont typeface="Wingdings" panose="05000000000000000000" pitchFamily="2" charset="2"/>
              <a:buChar char="ü"/>
              <a:defRPr/>
            </a:pPr>
            <a:r>
              <a:rPr lang="ja-JP" altLang="en-US" sz="2000" dirty="0">
                <a:cs typeface="Arial" pitchFamily="34" charset="0"/>
              </a:rPr>
              <a:t>タリー結果の</a:t>
            </a:r>
            <a:r>
              <a:rPr lang="en-US" altLang="ja-JP" sz="2000" dirty="0">
                <a:cs typeface="Arial" pitchFamily="34" charset="0"/>
              </a:rPr>
              <a:t>c</a:t>
            </a:r>
            <a:r>
              <a:rPr lang="en-US" altLang="ja-JP" sz="2000" i="1" dirty="0">
                <a:cs typeface="Arial" pitchFamily="34" charset="0"/>
              </a:rPr>
              <a:t>i</a:t>
            </a:r>
            <a:r>
              <a:rPr lang="ja-JP" altLang="en-US" sz="2000" dirty="0">
                <a:cs typeface="Arial" pitchFamily="34" charset="0"/>
              </a:rPr>
              <a:t>パラメータに対する依存性を</a:t>
            </a:r>
            <a:r>
              <a:rPr lang="en-US" altLang="ja-JP" sz="2000" dirty="0">
                <a:cs typeface="Arial" pitchFamily="34" charset="0"/>
              </a:rPr>
              <a:t>[</a:t>
            </a:r>
            <a:r>
              <a:rPr lang="en-US" altLang="ja-JP" sz="2000" dirty="0" err="1">
                <a:cs typeface="Arial" pitchFamily="34" charset="0"/>
              </a:rPr>
              <a:t>anatally</a:t>
            </a:r>
            <a:r>
              <a:rPr lang="en-US" altLang="ja-JP" sz="2000" dirty="0">
                <a:cs typeface="Arial" pitchFamily="34" charset="0"/>
              </a:rPr>
              <a:t>]</a:t>
            </a:r>
            <a:r>
              <a:rPr lang="ja-JP" altLang="en-US" sz="2000" dirty="0">
                <a:cs typeface="Arial" pitchFamily="34" charset="0"/>
              </a:rPr>
              <a:t>を使って解析</a:t>
            </a:r>
            <a:r>
              <a:rPr lang="en-US" altLang="ja-JP" sz="2000" dirty="0">
                <a:cs typeface="Arial" pitchFamily="34" charset="0"/>
              </a:rPr>
              <a:t> </a:t>
            </a:r>
            <a:r>
              <a:rPr lang="ja-JP" altLang="en-US" sz="2000" dirty="0">
                <a:cs typeface="Arial" pitchFamily="34" charset="0"/>
              </a:rPr>
              <a:t>（省略可）</a:t>
            </a:r>
            <a:endParaRPr lang="en-US" altLang="ja-JP" sz="2000" dirty="0">
              <a:cs typeface="Arial" pitchFamily="34" charset="0"/>
            </a:endParaRPr>
          </a:p>
        </p:txBody>
      </p:sp>
      <p:sp>
        <p:nvSpPr>
          <p:cNvPr id="12" name="テキスト ボックス 11">
            <a:extLst>
              <a:ext uri="{FF2B5EF4-FFF2-40B4-BE49-F238E27FC236}">
                <a16:creationId xmlns:a16="http://schemas.microsoft.com/office/drawing/2014/main" id="{3A9B98EF-3C2F-43BE-A701-8230043EE6A7}"/>
              </a:ext>
            </a:extLst>
          </p:cNvPr>
          <p:cNvSpPr txBox="1"/>
          <p:nvPr/>
        </p:nvSpPr>
        <p:spPr>
          <a:xfrm>
            <a:off x="1777078" y="6428974"/>
            <a:ext cx="6120680" cy="369332"/>
          </a:xfrm>
          <a:prstGeom prst="rect">
            <a:avLst/>
          </a:prstGeom>
          <a:noFill/>
        </p:spPr>
        <p:txBody>
          <a:bodyPr wrap="square" rtlCol="0">
            <a:spAutoFit/>
          </a:bodyPr>
          <a:lstStyle/>
          <a:p>
            <a:pPr algn="ctr"/>
            <a:r>
              <a:rPr lang="en-US" altLang="ja-JP" dirty="0"/>
              <a:t>autorun.bat</a:t>
            </a:r>
            <a:r>
              <a:rPr lang="ja-JP" altLang="en-US" dirty="0"/>
              <a:t>及び</a:t>
            </a:r>
            <a:r>
              <a:rPr lang="en-US" altLang="ja-JP" dirty="0"/>
              <a:t>autorun.sh</a:t>
            </a:r>
            <a:r>
              <a:rPr lang="ja-JP" altLang="en-US" dirty="0"/>
              <a:t>ファイルは</a:t>
            </a:r>
            <a:r>
              <a:rPr lang="en-US" altLang="ja-JP" dirty="0" err="1"/>
              <a:t>phits</a:t>
            </a:r>
            <a:r>
              <a:rPr lang="en-US" altLang="ja-JP" dirty="0"/>
              <a:t>/bin</a:t>
            </a:r>
            <a:r>
              <a:rPr lang="ja-JP" altLang="en-US" dirty="0"/>
              <a:t>フォルダにある</a:t>
            </a:r>
            <a:endParaRPr kumimoji="1" lang="ja-JP" altLang="en-US" dirty="0"/>
          </a:p>
        </p:txBody>
      </p:sp>
      <p:sp>
        <p:nvSpPr>
          <p:cNvPr id="18" name="Text Box 5">
            <a:extLst>
              <a:ext uri="{FF2B5EF4-FFF2-40B4-BE49-F238E27FC236}">
                <a16:creationId xmlns:a16="http://schemas.microsoft.com/office/drawing/2014/main" id="{82EABA98-8A1D-4CA6-9818-5A040948B5B7}"/>
              </a:ext>
            </a:extLst>
          </p:cNvPr>
          <p:cNvSpPr txBox="1">
            <a:spLocks noChangeArrowheads="1"/>
          </p:cNvSpPr>
          <p:nvPr/>
        </p:nvSpPr>
        <p:spPr bwMode="auto">
          <a:xfrm>
            <a:off x="2915816" y="1651831"/>
            <a:ext cx="254021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34" charset="-128"/>
              </a:defRPr>
            </a:lvl9pPr>
          </a:lstStyle>
          <a:p>
            <a:pPr algn="ctr" eaLnBrk="1" hangingPunct="1">
              <a:spcBef>
                <a:spcPct val="50000"/>
              </a:spcBef>
              <a:buFontTx/>
              <a:buNone/>
            </a:pPr>
            <a:r>
              <a:rPr lang="ja-JP" altLang="en-US" sz="2400" dirty="0">
                <a:solidFill>
                  <a:schemeClr val="accent2"/>
                </a:solidFill>
                <a:latin typeface="Tahoma" panose="020B0604030504040204" pitchFamily="34" charset="0"/>
              </a:rPr>
              <a:t>使用手順</a:t>
            </a:r>
            <a:endParaRPr lang="en-US" altLang="ja-JP" sz="2400" dirty="0">
              <a:solidFill>
                <a:schemeClr val="accent2"/>
              </a:solidFill>
              <a:latin typeface="Tahoma" panose="020B0604030504040204" pitchFamily="34" charset="0"/>
            </a:endParaRPr>
          </a:p>
        </p:txBody>
      </p:sp>
      <p:sp>
        <p:nvSpPr>
          <p:cNvPr id="19" name="Rectangle 8">
            <a:extLst>
              <a:ext uri="{FF2B5EF4-FFF2-40B4-BE49-F238E27FC236}">
                <a16:creationId xmlns:a16="http://schemas.microsoft.com/office/drawing/2014/main" id="{3F6ACDF6-57B8-4B40-8ADB-9A02EA141D89}"/>
              </a:ext>
            </a:extLst>
          </p:cNvPr>
          <p:cNvSpPr txBox="1">
            <a:spLocks noChangeArrowheads="1"/>
          </p:cNvSpPr>
          <p:nvPr/>
        </p:nvSpPr>
        <p:spPr bwMode="auto">
          <a:xfrm>
            <a:off x="391938" y="2113496"/>
            <a:ext cx="8445185" cy="239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marL="457200" indent="-457200" eaLnBrk="1" hangingPunct="1">
              <a:spcBef>
                <a:spcPts val="1200"/>
              </a:spcBef>
              <a:buFont typeface="+mj-lt"/>
              <a:buAutoNum type="arabicPeriod"/>
            </a:pPr>
            <a:r>
              <a:rPr lang="en-US" altLang="ja-JP" sz="2400" kern="0" dirty="0">
                <a:cs typeface="Arial" panose="020B0604020202020204" pitchFamily="34" charset="0"/>
              </a:rPr>
              <a:t>c</a:t>
            </a:r>
            <a:r>
              <a:rPr lang="en-US" altLang="ja-JP" sz="2400" i="1" kern="0" dirty="0">
                <a:cs typeface="Arial" panose="020B0604020202020204" pitchFamily="34" charset="0"/>
              </a:rPr>
              <a:t>i</a:t>
            </a:r>
            <a:r>
              <a:rPr lang="ja-JP" altLang="en-US" sz="2400" kern="0" dirty="0">
                <a:cs typeface="Arial" panose="020B0604020202020204" pitchFamily="34" charset="0"/>
              </a:rPr>
              <a:t>パラメータを使う</a:t>
            </a:r>
            <a:r>
              <a:rPr lang="en-US" altLang="ja-JP" sz="2400" kern="0" dirty="0">
                <a:cs typeface="Arial" panose="020B0604020202020204" pitchFamily="34" charset="0"/>
              </a:rPr>
              <a:t>PHITS</a:t>
            </a:r>
            <a:r>
              <a:rPr lang="ja-JP" altLang="en-US" sz="2400" kern="0" dirty="0">
                <a:cs typeface="Arial" panose="020B0604020202020204" pitchFamily="34" charset="0"/>
              </a:rPr>
              <a:t>入力ファイル（例</a:t>
            </a:r>
            <a:r>
              <a:rPr lang="en-US" altLang="ja-JP" sz="2400" kern="0" dirty="0">
                <a:cs typeface="Arial" panose="020B0604020202020204" pitchFamily="34" charset="0"/>
              </a:rPr>
              <a:t>: </a:t>
            </a:r>
            <a:r>
              <a:rPr lang="en-US" altLang="ja-JP" sz="2400" kern="0" dirty="0" err="1">
                <a:solidFill>
                  <a:srgbClr val="FF0000"/>
                </a:solidFill>
                <a:cs typeface="Arial" panose="020B0604020202020204" pitchFamily="34" charset="0"/>
              </a:rPr>
              <a:t>phits.inp</a:t>
            </a:r>
            <a:r>
              <a:rPr lang="ja-JP" altLang="en-US" sz="2400" kern="0" dirty="0">
                <a:cs typeface="Arial" panose="020B0604020202020204" pitchFamily="34" charset="0"/>
              </a:rPr>
              <a:t>）を作成</a:t>
            </a:r>
            <a:endParaRPr lang="en-US" altLang="ja-JP" sz="2400" i="1" kern="0" dirty="0">
              <a:cs typeface="Arial" panose="020B0604020202020204" pitchFamily="34" charset="0"/>
            </a:endParaRPr>
          </a:p>
          <a:p>
            <a:pPr marL="457200" indent="-457200" eaLnBrk="1" hangingPunct="1">
              <a:spcBef>
                <a:spcPts val="1200"/>
              </a:spcBef>
              <a:buFont typeface="+mj-lt"/>
              <a:buAutoNum type="arabicPeriod"/>
            </a:pPr>
            <a:r>
              <a:rPr lang="ja-JP" altLang="en-US" sz="2400" kern="0" dirty="0">
                <a:cs typeface="Arial" panose="020B0604020202020204" pitchFamily="34" charset="0"/>
              </a:rPr>
              <a:t>その</a:t>
            </a:r>
            <a:r>
              <a:rPr lang="en-US" altLang="ja-JP" sz="2400" kern="0" dirty="0">
                <a:cs typeface="Arial" panose="020B0604020202020204" pitchFamily="34" charset="0"/>
              </a:rPr>
              <a:t>PHITS</a:t>
            </a:r>
            <a:r>
              <a:rPr lang="ja-JP" altLang="en-US" sz="2400" kern="0" dirty="0">
                <a:cs typeface="Arial" panose="020B0604020202020204" pitchFamily="34" charset="0"/>
              </a:rPr>
              <a:t>入力ファイルの</a:t>
            </a:r>
            <a:r>
              <a:rPr lang="en-US" altLang="ja-JP" sz="2400" kern="0" dirty="0" err="1">
                <a:cs typeface="Arial" panose="020B0604020202020204" pitchFamily="34" charset="0"/>
              </a:rPr>
              <a:t>icntl</a:t>
            </a:r>
            <a:r>
              <a:rPr lang="ja-JP" altLang="en-US" sz="2400" kern="0" dirty="0">
                <a:cs typeface="Arial" panose="020B0604020202020204" pitchFamily="34" charset="0"/>
              </a:rPr>
              <a:t>を</a:t>
            </a:r>
            <a:r>
              <a:rPr lang="en-US" altLang="ja-JP" sz="2400" kern="0" dirty="0">
                <a:cs typeface="Arial" panose="020B0604020202020204" pitchFamily="34" charset="0"/>
              </a:rPr>
              <a:t>16</a:t>
            </a:r>
            <a:r>
              <a:rPr lang="ja-JP" altLang="en-US" sz="2400" kern="0" dirty="0">
                <a:cs typeface="Arial" panose="020B0604020202020204" pitchFamily="34" charset="0"/>
              </a:rPr>
              <a:t>に設定</a:t>
            </a:r>
            <a:endParaRPr lang="en-US" altLang="ja-JP" sz="2400" kern="0" dirty="0">
              <a:cs typeface="Arial" panose="020B0604020202020204" pitchFamily="34" charset="0"/>
            </a:endParaRPr>
          </a:p>
          <a:p>
            <a:pPr marL="457200" indent="-457200" eaLnBrk="1" hangingPunct="1">
              <a:spcBef>
                <a:spcPts val="1200"/>
              </a:spcBef>
              <a:buFont typeface="+mj-lt"/>
              <a:buAutoNum type="arabicPeriod"/>
            </a:pPr>
            <a:r>
              <a:rPr lang="en-US" altLang="ja-JP" sz="2400" kern="0" dirty="0">
                <a:cs typeface="Arial" panose="020B0604020202020204" pitchFamily="34" charset="0"/>
              </a:rPr>
              <a:t>c</a:t>
            </a:r>
            <a:r>
              <a:rPr lang="en-US" altLang="ja-JP" sz="2400" i="1" kern="0" dirty="0">
                <a:cs typeface="Arial" panose="020B0604020202020204" pitchFamily="34" charset="0"/>
              </a:rPr>
              <a:t>i</a:t>
            </a:r>
            <a:r>
              <a:rPr lang="ja-JP" altLang="en-US" sz="2400" kern="0" dirty="0">
                <a:cs typeface="Arial" panose="020B0604020202020204" pitchFamily="34" charset="0"/>
              </a:rPr>
              <a:t>パラメータの変化方法を設定する</a:t>
            </a:r>
            <a:r>
              <a:rPr lang="en-US" altLang="ja-JP" sz="2400" kern="0" dirty="0">
                <a:cs typeface="Arial" panose="020B0604020202020204" pitchFamily="34" charset="0"/>
              </a:rPr>
              <a:t>autorun.bat/</a:t>
            </a:r>
            <a:r>
              <a:rPr lang="en-US" altLang="ja-JP" sz="2400" kern="0" dirty="0" err="1">
                <a:cs typeface="Arial" panose="020B0604020202020204" pitchFamily="34" charset="0"/>
              </a:rPr>
              <a:t>sh</a:t>
            </a:r>
            <a:r>
              <a:rPr lang="ja-JP" altLang="en-US" sz="2400" kern="0" dirty="0">
                <a:cs typeface="Arial" panose="020B0604020202020204" pitchFamily="34" charset="0"/>
              </a:rPr>
              <a:t>専用の入力ファイル（例</a:t>
            </a:r>
            <a:r>
              <a:rPr lang="en-US" altLang="ja-JP" sz="2400" kern="0" dirty="0">
                <a:cs typeface="Arial" panose="020B0604020202020204" pitchFamily="34" charset="0"/>
              </a:rPr>
              <a:t>: </a:t>
            </a:r>
            <a:r>
              <a:rPr lang="en-US" altLang="ja-JP" sz="2400" kern="0" dirty="0" err="1">
                <a:solidFill>
                  <a:srgbClr val="FF0000"/>
                </a:solidFill>
                <a:cs typeface="Arial" panose="020B0604020202020204" pitchFamily="34" charset="0"/>
              </a:rPr>
              <a:t>autorun.inp</a:t>
            </a:r>
            <a:r>
              <a:rPr lang="ja-JP" altLang="en-US" sz="2400" kern="0" dirty="0">
                <a:cs typeface="Arial" panose="020B0604020202020204" pitchFamily="34" charset="0"/>
              </a:rPr>
              <a:t>）を作成</a:t>
            </a:r>
            <a:endParaRPr lang="en-US" altLang="ja-JP" sz="2400" kern="0" dirty="0">
              <a:cs typeface="Arial" panose="020B0604020202020204" pitchFamily="34" charset="0"/>
            </a:endParaRPr>
          </a:p>
          <a:p>
            <a:pPr marL="457200" indent="-457200" eaLnBrk="1" hangingPunct="1">
              <a:spcBef>
                <a:spcPts val="1200"/>
              </a:spcBef>
              <a:buFont typeface="+mj-lt"/>
              <a:buAutoNum type="arabicPeriod"/>
            </a:pPr>
            <a:r>
              <a:rPr lang="ja-JP" altLang="en-US" sz="2400" kern="0" dirty="0">
                <a:cs typeface="Arial" panose="020B0604020202020204" pitchFamily="34" charset="0"/>
              </a:rPr>
              <a:t>ターミナル上で</a:t>
            </a:r>
            <a:r>
              <a:rPr lang="en-US" altLang="ja-JP" sz="2400" kern="0" dirty="0">
                <a:cs typeface="Arial" panose="020B0604020202020204" pitchFamily="34" charset="0"/>
              </a:rPr>
              <a:t>autorun.bat/</a:t>
            </a:r>
            <a:r>
              <a:rPr lang="en-US" altLang="ja-JP" sz="2400" kern="0" dirty="0" err="1">
                <a:cs typeface="Arial" panose="020B0604020202020204" pitchFamily="34" charset="0"/>
              </a:rPr>
              <a:t>sh</a:t>
            </a:r>
            <a:r>
              <a:rPr lang="ja-JP" altLang="en-US" sz="2400" kern="0" dirty="0">
                <a:cs typeface="Arial" panose="020B0604020202020204" pitchFamily="34" charset="0"/>
              </a:rPr>
              <a:t>を実行</a:t>
            </a:r>
            <a:endParaRPr lang="en-US" altLang="ja-JP" sz="2400" kern="0" dirty="0">
              <a:cs typeface="Arial" panose="020B0604020202020204" pitchFamily="34" charset="0"/>
            </a:endParaRPr>
          </a:p>
        </p:txBody>
      </p:sp>
      <p:sp>
        <p:nvSpPr>
          <p:cNvPr id="20" name="Rectangle 8">
            <a:extLst>
              <a:ext uri="{FF2B5EF4-FFF2-40B4-BE49-F238E27FC236}">
                <a16:creationId xmlns:a16="http://schemas.microsoft.com/office/drawing/2014/main" id="{D03519F7-2BD4-4756-B47F-7B2CDE8347F8}"/>
              </a:ext>
            </a:extLst>
          </p:cNvPr>
          <p:cNvSpPr txBox="1">
            <a:spLocks noChangeArrowheads="1"/>
          </p:cNvSpPr>
          <p:nvPr/>
        </p:nvSpPr>
        <p:spPr bwMode="auto">
          <a:xfrm>
            <a:off x="630659" y="4637873"/>
            <a:ext cx="8081547" cy="765064"/>
          </a:xfrm>
          <a:prstGeom prst="rect">
            <a:avLst/>
          </a:prstGeom>
          <a:solidFill>
            <a:schemeClr val="accent2"/>
          </a:solidFill>
          <a:ln w="19050">
            <a:solidFill>
              <a:schemeClr val="accent4"/>
            </a:solidFill>
          </a:ln>
          <a:effectLst>
            <a:outerShdw blurRad="50800" dist="38100" dir="2700000" algn="tl" rotWithShape="0">
              <a:prstClr val="black">
                <a:alpha val="40000"/>
              </a:prstClr>
            </a:outerShdw>
          </a:effectLst>
        </p:spPr>
        <p:txBody>
          <a:bodyPr/>
          <a:lstStyle>
            <a:lvl1pPr>
              <a:spcBef>
                <a:spcPct val="20000"/>
              </a:spcBef>
              <a:buChar char="•"/>
              <a:defRPr kumimoji="1" sz="3200">
                <a:solidFill>
                  <a:schemeClr val="tx1"/>
                </a:solidFill>
                <a:latin typeface="Times New Roman" pitchFamily="18" charset="0"/>
                <a:ea typeface="ＭＳ Ｐゴシック" pitchFamily="50" charset="-128"/>
              </a:defRPr>
            </a:lvl1pPr>
            <a:lvl2pPr marL="742950" indent="-285750">
              <a:spcBef>
                <a:spcPct val="20000"/>
              </a:spcBef>
              <a:buChar char="–"/>
              <a:defRPr kumimoji="1" sz="2800">
                <a:solidFill>
                  <a:schemeClr val="tx1"/>
                </a:solidFill>
                <a:latin typeface="Times New Roman" pitchFamily="18" charset="0"/>
                <a:ea typeface="ＭＳ Ｐゴシック" pitchFamily="50" charset="-128"/>
              </a:defRPr>
            </a:lvl2pPr>
            <a:lvl3pPr marL="1143000" indent="-228600">
              <a:spcBef>
                <a:spcPct val="20000"/>
              </a:spcBef>
              <a:buChar char="•"/>
              <a:defRPr kumimoji="1" sz="2400">
                <a:solidFill>
                  <a:schemeClr val="tx1"/>
                </a:solidFill>
                <a:latin typeface="Times New Roman" pitchFamily="18" charset="0"/>
                <a:ea typeface="ＭＳ Ｐゴシック" pitchFamily="50" charset="-128"/>
              </a:defRPr>
            </a:lvl3pPr>
            <a:lvl4pPr marL="1600200" indent="-228600">
              <a:spcBef>
                <a:spcPct val="20000"/>
              </a:spcBef>
              <a:buChar char="–"/>
              <a:defRPr kumimoji="1" sz="2000">
                <a:solidFill>
                  <a:schemeClr val="tx1"/>
                </a:solidFill>
                <a:latin typeface="Times New Roman" pitchFamily="18" charset="0"/>
                <a:ea typeface="ＭＳ Ｐゴシック" pitchFamily="50" charset="-128"/>
              </a:defRPr>
            </a:lvl4pPr>
            <a:lvl5pPr marL="2057400" indent="-22860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buFontTx/>
              <a:buNone/>
              <a:defRPr/>
            </a:pPr>
            <a:r>
              <a:rPr lang="en-US" altLang="ja-JP" sz="2000" b="1" dirty="0">
                <a:solidFill>
                  <a:srgbClr val="FFFF00"/>
                </a:solidFill>
                <a:latin typeface="+mn-lt"/>
              </a:rPr>
              <a:t>PHITS</a:t>
            </a:r>
            <a:r>
              <a:rPr lang="ja-JP" altLang="en-US" sz="2000" b="1" dirty="0">
                <a:solidFill>
                  <a:srgbClr val="FFFF00"/>
                </a:solidFill>
                <a:latin typeface="+mn-lt"/>
              </a:rPr>
              <a:t>を連続的に実行し、その計算結果を</a:t>
            </a:r>
            <a:r>
              <a:rPr lang="en-US" altLang="ja-JP" sz="2000" b="1" dirty="0" err="1">
                <a:solidFill>
                  <a:srgbClr val="FFFF00"/>
                </a:solidFill>
                <a:latin typeface="+mn-lt"/>
              </a:rPr>
              <a:t>outfiles</a:t>
            </a:r>
            <a:r>
              <a:rPr lang="ja-JP" altLang="en-US" sz="2000" b="1" dirty="0">
                <a:solidFill>
                  <a:srgbClr val="FFFF00"/>
                </a:solidFill>
                <a:latin typeface="+mn-lt"/>
              </a:rPr>
              <a:t>フォルダ内に自動的に作成される</a:t>
            </a:r>
            <a:r>
              <a:rPr lang="en-US" altLang="ja-JP" sz="2000" b="1" dirty="0">
                <a:solidFill>
                  <a:srgbClr val="FFFF00"/>
                </a:solidFill>
                <a:latin typeface="+mn-lt"/>
              </a:rPr>
              <a:t> ‘1’, ‘2’, ‘3’ …</a:t>
            </a:r>
            <a:r>
              <a:rPr lang="ja-JP" altLang="en-US" sz="2000" b="1" dirty="0">
                <a:solidFill>
                  <a:srgbClr val="FFFF00"/>
                </a:solidFill>
                <a:latin typeface="+mn-lt"/>
              </a:rPr>
              <a:t>フォルダに移動させる</a:t>
            </a:r>
            <a:endParaRPr lang="en-US" altLang="ja-JP" sz="2000" b="1" dirty="0">
              <a:solidFill>
                <a:srgbClr val="FFFF00"/>
              </a:solidFill>
              <a:latin typeface="+mn-lt"/>
            </a:endParaRPr>
          </a:p>
        </p:txBody>
      </p:sp>
      <p:sp>
        <p:nvSpPr>
          <p:cNvPr id="21" name="テキスト ボックス 20">
            <a:extLst>
              <a:ext uri="{FF2B5EF4-FFF2-40B4-BE49-F238E27FC236}">
                <a16:creationId xmlns:a16="http://schemas.microsoft.com/office/drawing/2014/main" id="{84418E6C-69D3-4E46-A0EF-045FA54063B2}"/>
              </a:ext>
            </a:extLst>
          </p:cNvPr>
          <p:cNvSpPr txBox="1"/>
          <p:nvPr/>
        </p:nvSpPr>
        <p:spPr>
          <a:xfrm>
            <a:off x="1109510" y="5553546"/>
            <a:ext cx="6773771" cy="707886"/>
          </a:xfrm>
          <a:prstGeom prst="rect">
            <a:avLst/>
          </a:prstGeom>
          <a:noFill/>
        </p:spPr>
        <p:txBody>
          <a:bodyPr wrap="square" rtlCol="0">
            <a:spAutoFit/>
          </a:bodyPr>
          <a:lstStyle/>
          <a:p>
            <a:r>
              <a:rPr kumimoji="1" lang="en-US" altLang="ja-JP" sz="2000" dirty="0">
                <a:solidFill>
                  <a:srgbClr val="FF0000"/>
                </a:solidFill>
              </a:rPr>
              <a:t>multirun.bat/</a:t>
            </a:r>
            <a:r>
              <a:rPr kumimoji="1" lang="en-US" altLang="ja-JP" sz="2000" dirty="0" err="1">
                <a:solidFill>
                  <a:srgbClr val="FF0000"/>
                </a:solidFill>
              </a:rPr>
              <a:t>sh</a:t>
            </a:r>
            <a:r>
              <a:rPr kumimoji="1" lang="ja-JP" altLang="en-US" sz="2000" dirty="0">
                <a:solidFill>
                  <a:srgbClr val="FF0000"/>
                </a:solidFill>
              </a:rPr>
              <a:t>と似たいような目的で使えるが、数多くの条件に対して計算したい場合に便利</a:t>
            </a:r>
          </a:p>
        </p:txBody>
      </p:sp>
    </p:spTree>
    <p:extLst>
      <p:ext uri="{BB962C8B-B14F-4D97-AF65-F5344CB8AC3E}">
        <p14:creationId xmlns:p14="http://schemas.microsoft.com/office/powerpoint/2010/main" val="10528647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2">
            <a:extLst>
              <a:ext uri="{FF2B5EF4-FFF2-40B4-BE49-F238E27FC236}">
                <a16:creationId xmlns:a16="http://schemas.microsoft.com/office/drawing/2014/main" id="{A426E410-C5E5-439A-A9E9-5DD834B1C9D6}"/>
              </a:ext>
            </a:extLst>
          </p:cNvPr>
          <p:cNvSpPr>
            <a:spLocks noGrp="1" noChangeArrowheads="1"/>
          </p:cNvSpPr>
          <p:nvPr>
            <p:ph type="title" idx="4294967295"/>
          </p:nvPr>
        </p:nvSpPr>
        <p:spPr>
          <a:xfrm>
            <a:off x="0" y="34176"/>
            <a:ext cx="8892480" cy="656623"/>
          </a:xfrm>
          <a:prstGeom prst="rect">
            <a:avLst/>
          </a:prstGeom>
        </p:spPr>
        <p:txBody>
          <a:bodyPr/>
          <a:lstStyle/>
          <a:p>
            <a:pPr eaLnBrk="1" hangingPunct="1">
              <a:defRPr/>
            </a:pPr>
            <a:r>
              <a:rPr lang="ja-JP" altLang="en-US" dirty="0">
                <a:latin typeface="+mn-lt"/>
                <a:cs typeface="Arial" charset="0"/>
              </a:rPr>
              <a:t>課題６</a:t>
            </a:r>
          </a:p>
        </p:txBody>
      </p:sp>
      <p:sp>
        <p:nvSpPr>
          <p:cNvPr id="17" name="テキスト ボックス 16">
            <a:extLst>
              <a:ext uri="{FF2B5EF4-FFF2-40B4-BE49-F238E27FC236}">
                <a16:creationId xmlns:a16="http://schemas.microsoft.com/office/drawing/2014/main" id="{5E9DC010-F5A5-4BC7-B12A-0868E9EF18C3}"/>
              </a:ext>
            </a:extLst>
          </p:cNvPr>
          <p:cNvSpPr txBox="1"/>
          <p:nvPr/>
        </p:nvSpPr>
        <p:spPr>
          <a:xfrm>
            <a:off x="581755" y="1252079"/>
            <a:ext cx="8157960" cy="1092607"/>
          </a:xfrm>
          <a:prstGeom prst="rect">
            <a:avLst/>
          </a:prstGeom>
          <a:noFill/>
        </p:spPr>
        <p:txBody>
          <a:bodyPr wrap="square">
            <a:spAutoFit/>
          </a:bodyPr>
          <a:lstStyle/>
          <a:p>
            <a:pPr marL="457200" indent="-457200" eaLnBrk="1" hangingPunct="1">
              <a:spcBef>
                <a:spcPts val="600"/>
              </a:spcBef>
              <a:buFont typeface="+mj-lt"/>
              <a:buAutoNum type="arabicPeriod"/>
              <a:defRPr/>
            </a:pPr>
            <a:r>
              <a:rPr lang="en-US" altLang="ja-JP" sz="2000" dirty="0" err="1">
                <a:cs typeface="Arial" pitchFamily="34" charset="0"/>
              </a:rPr>
              <a:t>phits.inp</a:t>
            </a:r>
            <a:r>
              <a:rPr lang="ja-JP" altLang="en-US" sz="2000" dirty="0">
                <a:cs typeface="Arial" pitchFamily="34" charset="0"/>
              </a:rPr>
              <a:t>の</a:t>
            </a:r>
            <a:r>
              <a:rPr lang="en-US" altLang="ja-JP" sz="2000" dirty="0" err="1">
                <a:cs typeface="Arial" pitchFamily="34" charset="0"/>
              </a:rPr>
              <a:t>icntl</a:t>
            </a:r>
            <a:r>
              <a:rPr lang="ja-JP" altLang="en-US" sz="2000" dirty="0">
                <a:cs typeface="Arial" pitchFamily="34" charset="0"/>
              </a:rPr>
              <a:t>を</a:t>
            </a:r>
            <a:r>
              <a:rPr lang="en-US" altLang="ja-JP" sz="2000" dirty="0">
                <a:cs typeface="Arial" pitchFamily="34" charset="0"/>
              </a:rPr>
              <a:t>16</a:t>
            </a:r>
            <a:r>
              <a:rPr lang="ja-JP" altLang="en-US" sz="2000" dirty="0">
                <a:cs typeface="Arial" pitchFamily="34" charset="0"/>
              </a:rPr>
              <a:t>に変更（</a:t>
            </a:r>
            <a:r>
              <a:rPr lang="en-US" altLang="ja-JP" sz="2000" dirty="0">
                <a:cs typeface="Arial" pitchFamily="34" charset="0"/>
              </a:rPr>
              <a:t>autorun</a:t>
            </a:r>
            <a:r>
              <a:rPr lang="ja-JP" altLang="en-US" sz="2000" dirty="0">
                <a:cs typeface="Arial" pitchFamily="34" charset="0"/>
              </a:rPr>
              <a:t>モード）</a:t>
            </a:r>
            <a:endParaRPr lang="en-US" altLang="ja-JP" sz="2000" dirty="0">
              <a:cs typeface="Arial" pitchFamily="34" charset="0"/>
            </a:endParaRPr>
          </a:p>
          <a:p>
            <a:pPr marL="457200" indent="-457200" eaLnBrk="1" hangingPunct="1">
              <a:spcBef>
                <a:spcPts val="600"/>
              </a:spcBef>
              <a:buFont typeface="+mj-lt"/>
              <a:buAutoNum type="arabicPeriod"/>
              <a:defRPr/>
            </a:pPr>
            <a:r>
              <a:rPr lang="ja-JP" altLang="en-US" sz="2000" dirty="0">
                <a:cs typeface="Arial" pitchFamily="34" charset="0"/>
              </a:rPr>
              <a:t>ターミナル上で</a:t>
            </a:r>
            <a:r>
              <a:rPr lang="en-US" altLang="ja-JP" sz="2000" dirty="0">
                <a:cs typeface="Arial" pitchFamily="34" charset="0"/>
              </a:rPr>
              <a:t>Windows</a:t>
            </a:r>
            <a:r>
              <a:rPr lang="ja-JP" altLang="en-US" sz="2000" dirty="0">
                <a:cs typeface="Arial" pitchFamily="34" charset="0"/>
              </a:rPr>
              <a:t>の場合は、</a:t>
            </a:r>
            <a:r>
              <a:rPr lang="en-US" altLang="ja-JP" sz="2000" dirty="0">
                <a:solidFill>
                  <a:srgbClr val="FF0000"/>
                </a:solidFill>
                <a:cs typeface="Arial" pitchFamily="34" charset="0"/>
              </a:rPr>
              <a:t>autorun.bat</a:t>
            </a:r>
            <a:r>
              <a:rPr lang="ja-JP" altLang="en-US" sz="2000" dirty="0">
                <a:cs typeface="Arial" pitchFamily="34" charset="0"/>
              </a:rPr>
              <a:t>、</a:t>
            </a:r>
            <a:r>
              <a:rPr lang="en-US" altLang="ja-JP" sz="2000" dirty="0">
                <a:cs typeface="Arial" pitchFamily="34" charset="0"/>
              </a:rPr>
              <a:t>Mac/Linux</a:t>
            </a:r>
            <a:r>
              <a:rPr lang="ja-JP" altLang="en-US" sz="2000" dirty="0">
                <a:cs typeface="Arial" pitchFamily="34" charset="0"/>
              </a:rPr>
              <a:t>の場合は</a:t>
            </a:r>
            <a:r>
              <a:rPr lang="en-US" altLang="ja-JP" sz="2000" dirty="0">
                <a:solidFill>
                  <a:srgbClr val="FF0000"/>
                </a:solidFill>
                <a:cs typeface="Arial" pitchFamily="34" charset="0"/>
              </a:rPr>
              <a:t>./autorun.sh</a:t>
            </a:r>
            <a:r>
              <a:rPr lang="ja-JP" altLang="en-US" sz="2000" dirty="0">
                <a:cs typeface="Arial" pitchFamily="34" charset="0"/>
              </a:rPr>
              <a:t>と入力して実行*</a:t>
            </a:r>
            <a:endParaRPr lang="en-US" altLang="ja-JP" sz="2000" dirty="0">
              <a:cs typeface="Arial" pitchFamily="34" charset="0"/>
            </a:endParaRPr>
          </a:p>
        </p:txBody>
      </p:sp>
      <p:sp>
        <p:nvSpPr>
          <p:cNvPr id="5" name="Text Box 1031">
            <a:extLst>
              <a:ext uri="{FF2B5EF4-FFF2-40B4-BE49-F238E27FC236}">
                <a16:creationId xmlns:a16="http://schemas.microsoft.com/office/drawing/2014/main" id="{1D62D06F-9872-4C2F-84B3-85C6E365330C}"/>
              </a:ext>
            </a:extLst>
          </p:cNvPr>
          <p:cNvSpPr txBox="1">
            <a:spLocks noChangeArrowheads="1"/>
          </p:cNvSpPr>
          <p:nvPr/>
        </p:nvSpPr>
        <p:spPr bwMode="auto">
          <a:xfrm>
            <a:off x="484271" y="3016270"/>
            <a:ext cx="6247505" cy="1557184"/>
          </a:xfrm>
          <a:prstGeom prst="rect">
            <a:avLst/>
          </a:prstGeom>
          <a:solidFill>
            <a:schemeClr val="bg1"/>
          </a:solidFill>
          <a:ln w="19050">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1800" dirty="0">
                <a:solidFill>
                  <a:srgbClr val="000000"/>
                </a:solidFill>
                <a:latin typeface="Tahoma" panose="020B0604030504040204" pitchFamily="34" charset="0"/>
              </a:rPr>
              <a:t>file=</a:t>
            </a:r>
            <a:r>
              <a:rPr lang="en-US" altLang="ja-JP" sz="1800" dirty="0" err="1">
                <a:solidFill>
                  <a:srgbClr val="000000"/>
                </a:solidFill>
                <a:latin typeface="Tahoma" panose="020B0604030504040204" pitchFamily="34" charset="0"/>
              </a:rPr>
              <a:t>phits.inp</a:t>
            </a:r>
            <a:r>
              <a:rPr lang="en-US" altLang="ja-JP" sz="1800" dirty="0">
                <a:solidFill>
                  <a:srgbClr val="000000"/>
                </a:solidFill>
                <a:latin typeface="Tahoma" panose="020B0604030504040204" pitchFamily="34" charset="0"/>
              </a:rPr>
              <a:t>  $ PHITS input file name</a:t>
            </a:r>
          </a:p>
          <a:p>
            <a:pPr eaLnBrk="1" hangingPunct="1">
              <a:spcBef>
                <a:spcPct val="0"/>
              </a:spcBef>
              <a:buFontTx/>
              <a:buNone/>
            </a:pPr>
            <a:r>
              <a:rPr lang="en-US" altLang="ja-JP" sz="1800" dirty="0">
                <a:solidFill>
                  <a:srgbClr val="000000"/>
                </a:solidFill>
                <a:latin typeface="Tahoma" panose="020B0604030504040204" pitchFamily="34" charset="0"/>
              </a:rPr>
              <a:t>set:c1          $ Variable parameter</a:t>
            </a:r>
          </a:p>
          <a:p>
            <a:pPr eaLnBrk="1" hangingPunct="1">
              <a:spcBef>
                <a:spcPct val="0"/>
              </a:spcBef>
              <a:buFontTx/>
              <a:buNone/>
            </a:pPr>
            <a:r>
              <a:rPr lang="en-US" altLang="ja-JP" sz="1800" dirty="0">
                <a:solidFill>
                  <a:srgbClr val="000000"/>
                </a:solidFill>
                <a:latin typeface="Tahoma" panose="020B0604030504040204" pitchFamily="34" charset="0"/>
              </a:rPr>
              <a:t>c-type=1        $ 1: data point, 2: linear, 3: log interpolation</a:t>
            </a:r>
          </a:p>
          <a:p>
            <a:pPr eaLnBrk="1" hangingPunct="1">
              <a:spcBef>
                <a:spcPct val="0"/>
              </a:spcBef>
              <a:buFontTx/>
              <a:buNone/>
            </a:pPr>
            <a:r>
              <a:rPr lang="en-US" altLang="ja-JP" sz="1800" dirty="0" err="1">
                <a:solidFill>
                  <a:srgbClr val="000000"/>
                </a:solidFill>
                <a:latin typeface="Tahoma" panose="020B0604030504040204" pitchFamily="34" charset="0"/>
              </a:rPr>
              <a:t>nc</a:t>
            </a:r>
            <a:r>
              <a:rPr lang="en-US" altLang="ja-JP" sz="1800" dirty="0">
                <a:solidFill>
                  <a:srgbClr val="000000"/>
                </a:solidFill>
                <a:latin typeface="Tahoma" panose="020B0604030504040204" pitchFamily="34" charset="0"/>
              </a:rPr>
              <a:t>=3            $ Number of data points</a:t>
            </a:r>
          </a:p>
          <a:p>
            <a:pPr eaLnBrk="1" hangingPunct="1">
              <a:spcBef>
                <a:spcPct val="0"/>
              </a:spcBef>
              <a:buFontTx/>
              <a:buNone/>
            </a:pPr>
            <a:r>
              <a:rPr lang="en-US" altLang="ja-JP" sz="1800" dirty="0">
                <a:solidFill>
                  <a:srgbClr val="000000"/>
                </a:solidFill>
                <a:latin typeface="Tahoma" panose="020B0604030504040204" pitchFamily="34" charset="0"/>
              </a:rPr>
              <a:t>2.0  2.3  2.8</a:t>
            </a:r>
            <a:endParaRPr lang="pt-BR" altLang="ja-JP" sz="1800" dirty="0">
              <a:solidFill>
                <a:srgbClr val="FF0000"/>
              </a:solidFill>
              <a:latin typeface="Tahoma" panose="020B0604030504040204" pitchFamily="34" charset="0"/>
            </a:endParaRPr>
          </a:p>
        </p:txBody>
      </p:sp>
      <p:sp>
        <p:nvSpPr>
          <p:cNvPr id="6" name="Text Box 1030">
            <a:extLst>
              <a:ext uri="{FF2B5EF4-FFF2-40B4-BE49-F238E27FC236}">
                <a16:creationId xmlns:a16="http://schemas.microsoft.com/office/drawing/2014/main" id="{85220311-3698-4434-A112-057C83F05D57}"/>
              </a:ext>
            </a:extLst>
          </p:cNvPr>
          <p:cNvSpPr txBox="1">
            <a:spLocks noChangeArrowheads="1"/>
          </p:cNvSpPr>
          <p:nvPr/>
        </p:nvSpPr>
        <p:spPr bwMode="auto">
          <a:xfrm>
            <a:off x="268247" y="2480422"/>
            <a:ext cx="1486304" cy="40011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2000" dirty="0" err="1">
                <a:solidFill>
                  <a:srgbClr val="000000"/>
                </a:solidFill>
                <a:latin typeface="Tahoma" panose="020B0604030504040204" pitchFamily="34" charset="0"/>
              </a:rPr>
              <a:t>autorun.inp</a:t>
            </a:r>
            <a:endParaRPr lang="en-US" altLang="ja-JP" sz="2000" dirty="0">
              <a:solidFill>
                <a:srgbClr val="000000"/>
              </a:solidFill>
              <a:latin typeface="Tahoma" panose="020B0604030504040204" pitchFamily="34" charset="0"/>
            </a:endParaRPr>
          </a:p>
        </p:txBody>
      </p:sp>
      <p:sp>
        <p:nvSpPr>
          <p:cNvPr id="7" name="Text Box 1030">
            <a:extLst>
              <a:ext uri="{FF2B5EF4-FFF2-40B4-BE49-F238E27FC236}">
                <a16:creationId xmlns:a16="http://schemas.microsoft.com/office/drawing/2014/main" id="{8A125F16-8745-48B0-87B8-F5ACFEDFAE23}"/>
              </a:ext>
            </a:extLst>
          </p:cNvPr>
          <p:cNvSpPr txBox="1">
            <a:spLocks noChangeArrowheads="1"/>
          </p:cNvSpPr>
          <p:nvPr/>
        </p:nvSpPr>
        <p:spPr bwMode="auto">
          <a:xfrm>
            <a:off x="7036999" y="2480422"/>
            <a:ext cx="1148584" cy="40011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2000" dirty="0" err="1">
                <a:solidFill>
                  <a:srgbClr val="000000"/>
                </a:solidFill>
                <a:latin typeface="Tahoma" panose="020B0604030504040204" pitchFamily="34" charset="0"/>
              </a:rPr>
              <a:t>phits.inp</a:t>
            </a:r>
            <a:endParaRPr lang="en-US" altLang="ja-JP" sz="2000" dirty="0">
              <a:solidFill>
                <a:srgbClr val="000000"/>
              </a:solidFill>
              <a:latin typeface="Tahoma" panose="020B0604030504040204" pitchFamily="34" charset="0"/>
            </a:endParaRPr>
          </a:p>
        </p:txBody>
      </p:sp>
      <p:sp>
        <p:nvSpPr>
          <p:cNvPr id="8" name="Text Box 1031">
            <a:extLst>
              <a:ext uri="{FF2B5EF4-FFF2-40B4-BE49-F238E27FC236}">
                <a16:creationId xmlns:a16="http://schemas.microsoft.com/office/drawing/2014/main" id="{3140D526-6516-4169-B4C2-076D541719FD}"/>
              </a:ext>
            </a:extLst>
          </p:cNvPr>
          <p:cNvSpPr txBox="1">
            <a:spLocks noChangeArrowheads="1"/>
          </p:cNvSpPr>
          <p:nvPr/>
        </p:nvSpPr>
        <p:spPr bwMode="auto">
          <a:xfrm>
            <a:off x="7294078" y="3016268"/>
            <a:ext cx="1783010" cy="1042345"/>
          </a:xfrm>
          <a:prstGeom prst="rect">
            <a:avLst/>
          </a:prstGeom>
          <a:solidFill>
            <a:schemeClr val="bg1"/>
          </a:solidFill>
          <a:ln w="19050">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1800" dirty="0">
                <a:solidFill>
                  <a:srgbClr val="000000"/>
                </a:solidFill>
                <a:latin typeface="Tahoma" panose="020B0604030504040204" pitchFamily="34" charset="0"/>
              </a:rPr>
              <a:t>[ Parameters ]</a:t>
            </a:r>
          </a:p>
          <a:p>
            <a:pPr eaLnBrk="1" hangingPunct="1">
              <a:spcBef>
                <a:spcPct val="0"/>
              </a:spcBef>
              <a:buFontTx/>
              <a:buNone/>
            </a:pPr>
            <a:r>
              <a:rPr lang="en-US" altLang="ja-JP" sz="1800" dirty="0">
                <a:solidFill>
                  <a:srgbClr val="000000"/>
                </a:solidFill>
                <a:latin typeface="Tahoma" panose="020B0604030504040204" pitchFamily="34" charset="0"/>
              </a:rPr>
              <a:t> </a:t>
            </a:r>
            <a:r>
              <a:rPr lang="en-US" altLang="ja-JP" sz="1800" dirty="0" err="1">
                <a:solidFill>
                  <a:srgbClr val="000000"/>
                </a:solidFill>
                <a:latin typeface="Tahoma" panose="020B0604030504040204" pitchFamily="34" charset="0"/>
              </a:rPr>
              <a:t>icntl</a:t>
            </a:r>
            <a:r>
              <a:rPr lang="en-US" altLang="ja-JP" sz="1800" dirty="0">
                <a:solidFill>
                  <a:srgbClr val="000000"/>
                </a:solidFill>
                <a:latin typeface="Tahoma" panose="020B0604030504040204" pitchFamily="34" charset="0"/>
              </a:rPr>
              <a:t>  =  </a:t>
            </a:r>
            <a:r>
              <a:rPr lang="en-US" altLang="ja-JP" sz="1800" dirty="0">
                <a:solidFill>
                  <a:srgbClr val="FF0000"/>
                </a:solidFill>
                <a:latin typeface="Tahoma" panose="020B0604030504040204" pitchFamily="34" charset="0"/>
              </a:rPr>
              <a:t>16</a:t>
            </a:r>
            <a:endParaRPr lang="en-US" altLang="ja-JP" sz="1800" dirty="0">
              <a:latin typeface="Tahoma" panose="020B0604030504040204" pitchFamily="34" charset="0"/>
            </a:endParaRPr>
          </a:p>
          <a:p>
            <a:pPr eaLnBrk="1" hangingPunct="1">
              <a:spcBef>
                <a:spcPct val="0"/>
              </a:spcBef>
              <a:buFontTx/>
              <a:buNone/>
            </a:pPr>
            <a:r>
              <a:rPr lang="en-US" altLang="ja-JP" sz="1800" dirty="0">
                <a:latin typeface="Tahoma" panose="020B0604030504040204" pitchFamily="34" charset="0"/>
              </a:rPr>
              <a:t> …</a:t>
            </a:r>
            <a:endParaRPr lang="pt-BR" altLang="ja-JP" sz="1800" dirty="0">
              <a:latin typeface="Tahoma" panose="020B0604030504040204" pitchFamily="34" charset="0"/>
            </a:endParaRPr>
          </a:p>
        </p:txBody>
      </p:sp>
      <p:sp>
        <p:nvSpPr>
          <p:cNvPr id="2" name="テキスト ボックス 1">
            <a:extLst>
              <a:ext uri="{FF2B5EF4-FFF2-40B4-BE49-F238E27FC236}">
                <a16:creationId xmlns:a16="http://schemas.microsoft.com/office/drawing/2014/main" id="{233887A4-650B-4E51-B696-3BEFF3412642}"/>
              </a:ext>
            </a:extLst>
          </p:cNvPr>
          <p:cNvSpPr txBox="1"/>
          <p:nvPr/>
        </p:nvSpPr>
        <p:spPr>
          <a:xfrm>
            <a:off x="-32643" y="4573454"/>
            <a:ext cx="9143999" cy="1708160"/>
          </a:xfrm>
          <a:prstGeom prst="rect">
            <a:avLst/>
          </a:prstGeom>
          <a:noFill/>
        </p:spPr>
        <p:txBody>
          <a:bodyPr wrap="square" rtlCol="0">
            <a:spAutoFit/>
          </a:bodyPr>
          <a:lstStyle/>
          <a:p>
            <a:pPr marL="342900" indent="-342900">
              <a:spcBef>
                <a:spcPts val="600"/>
              </a:spcBef>
              <a:buFont typeface="Wingdings" panose="05000000000000000000" pitchFamily="2" charset="2"/>
              <a:buChar char="ü"/>
            </a:pPr>
            <a:r>
              <a:rPr lang="en-US" altLang="ja-JP" dirty="0"/>
              <a:t>file</a:t>
            </a:r>
            <a:r>
              <a:rPr lang="ja-JP" altLang="en-US" dirty="0"/>
              <a:t>で定義した入力ファイル（</a:t>
            </a:r>
            <a:r>
              <a:rPr lang="en-US" altLang="ja-JP" dirty="0" err="1"/>
              <a:t>phits.inp</a:t>
            </a:r>
            <a:r>
              <a:rPr lang="ja-JP" altLang="en-US" dirty="0"/>
              <a:t>）に対して、</a:t>
            </a:r>
            <a:r>
              <a:rPr lang="en-US" altLang="ja-JP" dirty="0"/>
              <a:t>set:</a:t>
            </a:r>
            <a:r>
              <a:rPr lang="ja-JP" altLang="en-US" dirty="0"/>
              <a:t>で定義した変数（</a:t>
            </a:r>
            <a:r>
              <a:rPr lang="en-US" altLang="ja-JP" dirty="0"/>
              <a:t>c1</a:t>
            </a:r>
            <a:r>
              <a:rPr lang="ja-JP" altLang="en-US" dirty="0"/>
              <a:t>）を</a:t>
            </a:r>
            <a:r>
              <a:rPr lang="en-US" altLang="ja-JP" dirty="0" err="1"/>
              <a:t>nc</a:t>
            </a:r>
            <a:r>
              <a:rPr lang="ja-JP" altLang="en-US" dirty="0"/>
              <a:t>（</a:t>
            </a:r>
            <a:r>
              <a:rPr lang="en-US" altLang="ja-JP" dirty="0"/>
              <a:t>=3</a:t>
            </a:r>
            <a:r>
              <a:rPr lang="ja-JP" altLang="en-US" dirty="0"/>
              <a:t>）回変更して</a:t>
            </a:r>
            <a:r>
              <a:rPr lang="en-US" altLang="ja-JP" dirty="0"/>
              <a:t>PHITS</a:t>
            </a:r>
            <a:r>
              <a:rPr lang="ja-JP" altLang="en-US" dirty="0"/>
              <a:t>を実行する。</a:t>
            </a:r>
            <a:endParaRPr lang="en-US" altLang="ja-JP" dirty="0"/>
          </a:p>
          <a:p>
            <a:pPr marL="342900" indent="-342900">
              <a:spcBef>
                <a:spcPts val="600"/>
              </a:spcBef>
              <a:buFont typeface="Wingdings" panose="05000000000000000000" pitchFamily="2" charset="2"/>
              <a:buChar char="ü"/>
            </a:pPr>
            <a:r>
              <a:rPr lang="en-US" altLang="ja-JP" dirty="0"/>
              <a:t>c-type</a:t>
            </a:r>
            <a:r>
              <a:rPr lang="ja-JP" altLang="en-US" dirty="0"/>
              <a:t>の書式はタリーのメッシュ定義方法と同じ。</a:t>
            </a:r>
            <a:r>
              <a:rPr lang="en-US" altLang="ja-JP" dirty="0"/>
              <a:t>c-type=1</a:t>
            </a:r>
            <a:r>
              <a:rPr lang="ja-JP" altLang="en-US" dirty="0"/>
              <a:t>の場合は、全ての値を定義する</a:t>
            </a:r>
            <a:endParaRPr lang="en-US" altLang="ja-JP" dirty="0">
              <a:solidFill>
                <a:srgbClr val="FF0000"/>
              </a:solidFill>
            </a:endParaRPr>
          </a:p>
          <a:p>
            <a:pPr marL="342900" indent="-342900">
              <a:spcBef>
                <a:spcPts val="600"/>
              </a:spcBef>
              <a:buFont typeface="Wingdings" panose="05000000000000000000" pitchFamily="2" charset="2"/>
              <a:buChar char="ü"/>
            </a:pPr>
            <a:r>
              <a:rPr kumimoji="1" lang="en-US" altLang="ja-JP" dirty="0"/>
              <a:t>c1 = 2.0, 2.3, 2.8</a:t>
            </a:r>
            <a:r>
              <a:rPr kumimoji="1" lang="ja-JP" altLang="en-US" dirty="0"/>
              <a:t>の結果は、それぞれ</a:t>
            </a:r>
            <a:r>
              <a:rPr kumimoji="1" lang="en-US" altLang="ja-JP" dirty="0" err="1"/>
              <a:t>outfiles</a:t>
            </a:r>
            <a:r>
              <a:rPr kumimoji="1" lang="ja-JP" altLang="en-US" dirty="0"/>
              <a:t>フォルダの</a:t>
            </a:r>
            <a:r>
              <a:rPr kumimoji="1" lang="en-US" altLang="ja-JP" dirty="0"/>
              <a:t> “1”, “2”, “3” </a:t>
            </a:r>
            <a:r>
              <a:rPr kumimoji="1" lang="ja-JP" altLang="en-US" dirty="0"/>
              <a:t>フォルダに移動される</a:t>
            </a:r>
            <a:endParaRPr kumimoji="1" lang="en-US" altLang="ja-JP" dirty="0"/>
          </a:p>
          <a:p>
            <a:pPr marL="342900" indent="-342900">
              <a:spcBef>
                <a:spcPts val="600"/>
              </a:spcBef>
              <a:buFont typeface="Wingdings" panose="05000000000000000000" pitchFamily="2" charset="2"/>
              <a:buChar char="ü"/>
            </a:pPr>
            <a:r>
              <a:rPr lang="ja-JP" altLang="en-US" dirty="0"/>
              <a:t>実際に使ったパラメータ値は、各フォルダにある</a:t>
            </a:r>
            <a:r>
              <a:rPr lang="en-US" altLang="ja-JP" dirty="0" err="1"/>
              <a:t>varfile.inp</a:t>
            </a:r>
            <a:r>
              <a:rPr lang="ja-JP" altLang="en-US" dirty="0"/>
              <a:t>に出力される</a:t>
            </a:r>
            <a:endParaRPr kumimoji="1" lang="ja-JP" altLang="en-US" dirty="0"/>
          </a:p>
        </p:txBody>
      </p:sp>
      <p:sp>
        <p:nvSpPr>
          <p:cNvPr id="10" name="テキスト ボックス 20">
            <a:extLst>
              <a:ext uri="{FF2B5EF4-FFF2-40B4-BE49-F238E27FC236}">
                <a16:creationId xmlns:a16="http://schemas.microsoft.com/office/drawing/2014/main" id="{D5583919-EC44-4DF3-816B-548187F2BA0B}"/>
              </a:ext>
            </a:extLst>
          </p:cNvPr>
          <p:cNvSpPr txBox="1">
            <a:spLocks noChangeArrowheads="1"/>
          </p:cNvSpPr>
          <p:nvPr/>
        </p:nvSpPr>
        <p:spPr bwMode="auto">
          <a:xfrm>
            <a:off x="1475656" y="737409"/>
            <a:ext cx="6120680" cy="46166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buFontTx/>
              <a:buNone/>
            </a:pPr>
            <a:r>
              <a:rPr lang="en-US" altLang="ja-JP" sz="2400" dirty="0"/>
              <a:t>autorun.bat/</a:t>
            </a:r>
            <a:r>
              <a:rPr lang="en-US" altLang="ja-JP" sz="2400" dirty="0" err="1"/>
              <a:t>sh</a:t>
            </a:r>
            <a:r>
              <a:rPr lang="ja-JP" altLang="en-US" sz="2400" dirty="0"/>
              <a:t>を使って</a:t>
            </a:r>
            <a:r>
              <a:rPr lang="en-US" altLang="ja-JP" sz="2400" dirty="0"/>
              <a:t>PHITS</a:t>
            </a:r>
            <a:r>
              <a:rPr lang="ja-JP" altLang="en-US" sz="2400" dirty="0"/>
              <a:t>を連続実行しよう</a:t>
            </a:r>
          </a:p>
        </p:txBody>
      </p:sp>
      <p:sp>
        <p:nvSpPr>
          <p:cNvPr id="3" name="テキスト ボックス 2">
            <a:extLst>
              <a:ext uri="{FF2B5EF4-FFF2-40B4-BE49-F238E27FC236}">
                <a16:creationId xmlns:a16="http://schemas.microsoft.com/office/drawing/2014/main" id="{4B99FE03-C9F5-85B5-7475-9468171D4F2C}"/>
              </a:ext>
            </a:extLst>
          </p:cNvPr>
          <p:cNvSpPr txBox="1"/>
          <p:nvPr/>
        </p:nvSpPr>
        <p:spPr>
          <a:xfrm>
            <a:off x="1547664" y="6428974"/>
            <a:ext cx="6840760" cy="338554"/>
          </a:xfrm>
          <a:prstGeom prst="rect">
            <a:avLst/>
          </a:prstGeom>
          <a:noFill/>
        </p:spPr>
        <p:txBody>
          <a:bodyPr wrap="square" rtlCol="0">
            <a:spAutoFit/>
          </a:bodyPr>
          <a:lstStyle/>
          <a:p>
            <a:pPr algn="ctr"/>
            <a:r>
              <a:rPr lang="ja-JP" altLang="en-US" sz="1600" dirty="0"/>
              <a:t>*デフォルト（</a:t>
            </a:r>
            <a:r>
              <a:rPr lang="en-US" altLang="ja-JP" sz="1600" dirty="0" err="1"/>
              <a:t>autorun.inp</a:t>
            </a:r>
            <a:r>
              <a:rPr lang="ja-JP" altLang="en-US" sz="1600" dirty="0"/>
              <a:t>）以外の条件設定ファイル名の場合は第一引数で指定</a:t>
            </a:r>
            <a:endParaRPr kumimoji="1" lang="ja-JP" altLang="en-US" sz="1600" dirty="0"/>
          </a:p>
        </p:txBody>
      </p:sp>
    </p:spTree>
    <p:extLst>
      <p:ext uri="{BB962C8B-B14F-4D97-AF65-F5344CB8AC3E}">
        <p14:creationId xmlns:p14="http://schemas.microsoft.com/office/powerpoint/2010/main" val="16177834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2">
            <a:extLst>
              <a:ext uri="{FF2B5EF4-FFF2-40B4-BE49-F238E27FC236}">
                <a16:creationId xmlns:a16="http://schemas.microsoft.com/office/drawing/2014/main" id="{A426E410-C5E5-439A-A9E9-5DD834B1C9D6}"/>
              </a:ext>
            </a:extLst>
          </p:cNvPr>
          <p:cNvSpPr>
            <a:spLocks noGrp="1" noChangeArrowheads="1"/>
          </p:cNvSpPr>
          <p:nvPr>
            <p:ph type="title" idx="4294967295"/>
          </p:nvPr>
        </p:nvSpPr>
        <p:spPr>
          <a:xfrm>
            <a:off x="0" y="34176"/>
            <a:ext cx="8892480" cy="656623"/>
          </a:xfrm>
          <a:prstGeom prst="rect">
            <a:avLst/>
          </a:prstGeom>
        </p:spPr>
        <p:txBody>
          <a:bodyPr/>
          <a:lstStyle/>
          <a:p>
            <a:pPr eaLnBrk="1" hangingPunct="1">
              <a:defRPr/>
            </a:pPr>
            <a:r>
              <a:rPr lang="ja-JP" altLang="en-US" dirty="0">
                <a:latin typeface="+mn-lt"/>
                <a:cs typeface="Arial" charset="0"/>
              </a:rPr>
              <a:t>課題７</a:t>
            </a:r>
          </a:p>
        </p:txBody>
      </p:sp>
      <p:sp>
        <p:nvSpPr>
          <p:cNvPr id="17" name="テキスト ボックス 16">
            <a:extLst>
              <a:ext uri="{FF2B5EF4-FFF2-40B4-BE49-F238E27FC236}">
                <a16:creationId xmlns:a16="http://schemas.microsoft.com/office/drawing/2014/main" id="{5E9DC010-F5A5-4BC7-B12A-0868E9EF18C3}"/>
              </a:ext>
            </a:extLst>
          </p:cNvPr>
          <p:cNvSpPr txBox="1"/>
          <p:nvPr/>
        </p:nvSpPr>
        <p:spPr>
          <a:xfrm>
            <a:off x="35496" y="1227403"/>
            <a:ext cx="9129605" cy="1554272"/>
          </a:xfrm>
          <a:prstGeom prst="rect">
            <a:avLst/>
          </a:prstGeom>
          <a:noFill/>
        </p:spPr>
        <p:txBody>
          <a:bodyPr wrap="square">
            <a:spAutoFit/>
          </a:bodyPr>
          <a:lstStyle/>
          <a:p>
            <a:pPr marL="457200" indent="-457200" eaLnBrk="1" hangingPunct="1">
              <a:spcBef>
                <a:spcPts val="600"/>
              </a:spcBef>
              <a:buFont typeface="+mj-lt"/>
              <a:buAutoNum type="arabicPeriod"/>
              <a:defRPr/>
            </a:pPr>
            <a:r>
              <a:rPr lang="en-US" altLang="ja-JP" sz="2000" dirty="0">
                <a:cs typeface="Arial" pitchFamily="34" charset="0"/>
              </a:rPr>
              <a:t>c1</a:t>
            </a:r>
            <a:r>
              <a:rPr lang="ja-JP" altLang="en-US" sz="2000" dirty="0">
                <a:cs typeface="Arial" pitchFamily="34" charset="0"/>
              </a:rPr>
              <a:t>の値を</a:t>
            </a:r>
            <a:r>
              <a:rPr lang="en-US" altLang="ja-JP" sz="2000" dirty="0">
                <a:cs typeface="Arial" pitchFamily="34" charset="0"/>
              </a:rPr>
              <a:t>2.0</a:t>
            </a:r>
            <a:r>
              <a:rPr lang="ja-JP" altLang="en-US" sz="2000" dirty="0">
                <a:cs typeface="Arial" pitchFamily="34" charset="0"/>
              </a:rPr>
              <a:t>から</a:t>
            </a:r>
            <a:r>
              <a:rPr lang="en-US" altLang="ja-JP" sz="2000" dirty="0">
                <a:cs typeface="Arial" pitchFamily="34" charset="0"/>
              </a:rPr>
              <a:t>2.8</a:t>
            </a:r>
            <a:r>
              <a:rPr lang="ja-JP" altLang="en-US" sz="2000" dirty="0">
                <a:cs typeface="Arial" pitchFamily="34" charset="0"/>
              </a:rPr>
              <a:t>まで</a:t>
            </a:r>
            <a:r>
              <a:rPr lang="en-US" altLang="ja-JP" sz="2000" dirty="0">
                <a:cs typeface="Arial" pitchFamily="34" charset="0"/>
              </a:rPr>
              <a:t>0.2</a:t>
            </a:r>
            <a:r>
              <a:rPr lang="ja-JP" altLang="en-US" sz="2000" dirty="0">
                <a:cs typeface="Arial" pitchFamily="34" charset="0"/>
              </a:rPr>
              <a:t>ステップで５回変更して</a:t>
            </a:r>
            <a:r>
              <a:rPr lang="en-US" altLang="ja-JP" sz="2000" dirty="0">
                <a:cs typeface="Arial" pitchFamily="34" charset="0"/>
              </a:rPr>
              <a:t>(</a:t>
            </a:r>
            <a:r>
              <a:rPr lang="en-US" altLang="ja-JP" sz="2000" dirty="0" err="1">
                <a:cs typeface="Arial" pitchFamily="34" charset="0"/>
              </a:rPr>
              <a:t>nc</a:t>
            </a:r>
            <a:r>
              <a:rPr lang="en-US" altLang="ja-JP" sz="2000" dirty="0">
                <a:cs typeface="Arial" pitchFamily="34" charset="0"/>
              </a:rPr>
              <a:t>=5)PHITS</a:t>
            </a:r>
            <a:r>
              <a:rPr lang="ja-JP" altLang="en-US" sz="2000" dirty="0">
                <a:cs typeface="Arial" pitchFamily="34" charset="0"/>
              </a:rPr>
              <a:t>を実行する</a:t>
            </a:r>
            <a:endParaRPr lang="en-US" altLang="ja-JP" sz="2000" dirty="0">
              <a:cs typeface="Arial" pitchFamily="34" charset="0"/>
            </a:endParaRPr>
          </a:p>
          <a:p>
            <a:pPr marL="457200" indent="-457200" eaLnBrk="1" hangingPunct="1">
              <a:spcBef>
                <a:spcPts val="600"/>
              </a:spcBef>
              <a:buFont typeface="+mj-lt"/>
              <a:buAutoNum type="arabicPeriod"/>
              <a:defRPr/>
            </a:pPr>
            <a:r>
              <a:rPr lang="en-US" altLang="ja-JP" sz="2000" dirty="0">
                <a:cs typeface="Arial" pitchFamily="34" charset="0"/>
              </a:rPr>
              <a:t>c-type = 2</a:t>
            </a:r>
            <a:r>
              <a:rPr lang="ja-JP" altLang="en-US" sz="2000" dirty="0">
                <a:cs typeface="Arial" pitchFamily="34" charset="0"/>
              </a:rPr>
              <a:t>を使う（線形内挿モード）</a:t>
            </a:r>
            <a:endParaRPr lang="en-US" altLang="ja-JP" sz="2000" dirty="0">
              <a:cs typeface="Arial" pitchFamily="34" charset="0"/>
            </a:endParaRPr>
          </a:p>
          <a:p>
            <a:pPr marL="457200" indent="-457200" eaLnBrk="1" hangingPunct="1">
              <a:spcBef>
                <a:spcPts val="600"/>
              </a:spcBef>
              <a:buFont typeface="+mj-lt"/>
              <a:buAutoNum type="arabicPeriod"/>
              <a:defRPr/>
            </a:pPr>
            <a:r>
              <a:rPr lang="en-US" altLang="ja-JP" sz="2000" dirty="0">
                <a:cs typeface="Arial" pitchFamily="34" charset="0"/>
              </a:rPr>
              <a:t>c1</a:t>
            </a:r>
            <a:r>
              <a:rPr lang="ja-JP" altLang="en-US" sz="2000" dirty="0">
                <a:cs typeface="Arial" pitchFamily="34" charset="0"/>
              </a:rPr>
              <a:t>の最小値と最大値は、それぞれ</a:t>
            </a:r>
            <a:r>
              <a:rPr lang="en-US" altLang="ja-JP" sz="2000" dirty="0" err="1">
                <a:cs typeface="Arial" pitchFamily="34" charset="0"/>
              </a:rPr>
              <a:t>cmin</a:t>
            </a:r>
            <a:r>
              <a:rPr lang="ja-JP" altLang="en-US" sz="2000" dirty="0">
                <a:cs typeface="Arial" pitchFamily="34" charset="0"/>
              </a:rPr>
              <a:t>と</a:t>
            </a:r>
            <a:r>
              <a:rPr lang="en-US" altLang="ja-JP" sz="2000" dirty="0" err="1">
                <a:cs typeface="Arial" pitchFamily="34" charset="0"/>
              </a:rPr>
              <a:t>cmax</a:t>
            </a:r>
            <a:r>
              <a:rPr lang="en-US" altLang="ja-JP" sz="2000" dirty="0">
                <a:cs typeface="Arial" pitchFamily="34" charset="0"/>
              </a:rPr>
              <a:t> </a:t>
            </a:r>
            <a:r>
              <a:rPr lang="ja-JP" altLang="en-US" sz="2000" dirty="0">
                <a:cs typeface="Arial" pitchFamily="34" charset="0"/>
              </a:rPr>
              <a:t>で定義する</a:t>
            </a:r>
            <a:endParaRPr lang="en-US" altLang="ja-JP" sz="2000" dirty="0">
              <a:cs typeface="Arial" pitchFamily="34" charset="0"/>
            </a:endParaRPr>
          </a:p>
          <a:p>
            <a:pPr marL="457200" indent="-457200" eaLnBrk="1" hangingPunct="1">
              <a:spcBef>
                <a:spcPts val="600"/>
              </a:spcBef>
              <a:buFont typeface="+mj-lt"/>
              <a:buAutoNum type="arabicPeriod"/>
              <a:defRPr/>
            </a:pPr>
            <a:r>
              <a:rPr lang="en-US" altLang="ja-JP" sz="2000" dirty="0" err="1">
                <a:cs typeface="Arial" pitchFamily="34" charset="0"/>
              </a:rPr>
              <a:t>autorun.inp</a:t>
            </a:r>
            <a:r>
              <a:rPr lang="ja-JP" altLang="en-US" sz="2000" dirty="0">
                <a:cs typeface="Arial" pitchFamily="34" charset="0"/>
              </a:rPr>
              <a:t>を保存し、ターミナル上で</a:t>
            </a:r>
            <a:r>
              <a:rPr lang="en-US" altLang="ja-JP" sz="2000" dirty="0">
                <a:solidFill>
                  <a:srgbClr val="FF0000"/>
                </a:solidFill>
                <a:cs typeface="Arial" pitchFamily="34" charset="0"/>
              </a:rPr>
              <a:t>autorun.bat</a:t>
            </a:r>
            <a:r>
              <a:rPr lang="ja-JP" altLang="en-US" sz="2000" dirty="0">
                <a:cs typeface="Arial" pitchFamily="34" charset="0"/>
              </a:rPr>
              <a:t>もしくは</a:t>
            </a:r>
            <a:r>
              <a:rPr lang="en-US" altLang="ja-JP" sz="2000" dirty="0">
                <a:solidFill>
                  <a:srgbClr val="FF0000"/>
                </a:solidFill>
                <a:cs typeface="Arial" pitchFamily="34" charset="0"/>
              </a:rPr>
              <a:t>autorun.sh”</a:t>
            </a:r>
            <a:r>
              <a:rPr lang="ja-JP" altLang="en-US" sz="2000" dirty="0">
                <a:cs typeface="Arial" pitchFamily="34" charset="0"/>
              </a:rPr>
              <a:t>を再実行する</a:t>
            </a:r>
            <a:endParaRPr lang="en-US" altLang="ja-JP" sz="2000" dirty="0">
              <a:cs typeface="Arial" pitchFamily="34" charset="0"/>
            </a:endParaRPr>
          </a:p>
        </p:txBody>
      </p:sp>
      <p:sp>
        <p:nvSpPr>
          <p:cNvPr id="5" name="Text Box 1031">
            <a:extLst>
              <a:ext uri="{FF2B5EF4-FFF2-40B4-BE49-F238E27FC236}">
                <a16:creationId xmlns:a16="http://schemas.microsoft.com/office/drawing/2014/main" id="{1D62D06F-9872-4C2F-84B3-85C6E365330C}"/>
              </a:ext>
            </a:extLst>
          </p:cNvPr>
          <p:cNvSpPr txBox="1">
            <a:spLocks noChangeArrowheads="1"/>
          </p:cNvSpPr>
          <p:nvPr/>
        </p:nvSpPr>
        <p:spPr bwMode="auto">
          <a:xfrm>
            <a:off x="467544" y="3431314"/>
            <a:ext cx="6247505" cy="1869894"/>
          </a:xfrm>
          <a:prstGeom prst="rect">
            <a:avLst/>
          </a:prstGeom>
          <a:solidFill>
            <a:schemeClr val="bg1"/>
          </a:solidFill>
          <a:ln w="19050">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1800" dirty="0">
                <a:solidFill>
                  <a:srgbClr val="000000"/>
                </a:solidFill>
                <a:latin typeface="Tahoma" panose="020B0604030504040204" pitchFamily="34" charset="0"/>
              </a:rPr>
              <a:t>file=</a:t>
            </a:r>
            <a:r>
              <a:rPr lang="en-US" altLang="ja-JP" sz="1800" dirty="0" err="1">
                <a:solidFill>
                  <a:srgbClr val="000000"/>
                </a:solidFill>
                <a:latin typeface="Tahoma" panose="020B0604030504040204" pitchFamily="34" charset="0"/>
              </a:rPr>
              <a:t>phits.inp</a:t>
            </a:r>
            <a:r>
              <a:rPr lang="en-US" altLang="ja-JP" sz="1800" dirty="0">
                <a:solidFill>
                  <a:srgbClr val="000000"/>
                </a:solidFill>
                <a:latin typeface="Tahoma" panose="020B0604030504040204" pitchFamily="34" charset="0"/>
              </a:rPr>
              <a:t>  $ PHITS input file name</a:t>
            </a:r>
          </a:p>
          <a:p>
            <a:pPr eaLnBrk="1" hangingPunct="1">
              <a:spcBef>
                <a:spcPct val="0"/>
              </a:spcBef>
              <a:buFontTx/>
              <a:buNone/>
            </a:pPr>
            <a:r>
              <a:rPr lang="en-US" altLang="ja-JP" sz="1800" dirty="0">
                <a:solidFill>
                  <a:srgbClr val="000000"/>
                </a:solidFill>
                <a:latin typeface="Tahoma" panose="020B0604030504040204" pitchFamily="34" charset="0"/>
              </a:rPr>
              <a:t>set:c1          $ Variable parameter</a:t>
            </a:r>
          </a:p>
          <a:p>
            <a:pPr eaLnBrk="1" hangingPunct="1">
              <a:spcBef>
                <a:spcPct val="0"/>
              </a:spcBef>
              <a:buFontTx/>
              <a:buNone/>
            </a:pPr>
            <a:r>
              <a:rPr lang="en-US" altLang="ja-JP" sz="1800" dirty="0">
                <a:solidFill>
                  <a:srgbClr val="000000"/>
                </a:solidFill>
                <a:latin typeface="Tahoma" panose="020B0604030504040204" pitchFamily="34" charset="0"/>
              </a:rPr>
              <a:t>c-type=1        $ 1: data point, 2: linear, 3: log interpolation</a:t>
            </a:r>
          </a:p>
          <a:p>
            <a:pPr eaLnBrk="1" hangingPunct="1">
              <a:spcBef>
                <a:spcPct val="0"/>
              </a:spcBef>
              <a:buFontTx/>
              <a:buNone/>
            </a:pPr>
            <a:r>
              <a:rPr lang="en-US" altLang="ja-JP" sz="1800" dirty="0" err="1">
                <a:solidFill>
                  <a:srgbClr val="000000"/>
                </a:solidFill>
                <a:latin typeface="Tahoma" panose="020B0604030504040204" pitchFamily="34" charset="0"/>
              </a:rPr>
              <a:t>nc</a:t>
            </a:r>
            <a:r>
              <a:rPr lang="en-US" altLang="ja-JP" sz="1800" dirty="0">
                <a:solidFill>
                  <a:srgbClr val="000000"/>
                </a:solidFill>
                <a:latin typeface="Tahoma" panose="020B0604030504040204" pitchFamily="34" charset="0"/>
              </a:rPr>
              <a:t>=3            $ Number of data points</a:t>
            </a:r>
          </a:p>
          <a:p>
            <a:pPr eaLnBrk="1" hangingPunct="1">
              <a:spcBef>
                <a:spcPct val="0"/>
              </a:spcBef>
              <a:buFontTx/>
              <a:buNone/>
            </a:pPr>
            <a:r>
              <a:rPr lang="en-US" altLang="ja-JP" sz="1800" dirty="0">
                <a:solidFill>
                  <a:srgbClr val="000000"/>
                </a:solidFill>
                <a:latin typeface="Tahoma" panose="020B0604030504040204" pitchFamily="34" charset="0"/>
              </a:rPr>
              <a:t>2.0  2.3  2.8</a:t>
            </a:r>
            <a:endParaRPr lang="pt-BR" altLang="ja-JP" sz="1800" dirty="0">
              <a:solidFill>
                <a:srgbClr val="FF0000"/>
              </a:solidFill>
              <a:latin typeface="Tahoma" panose="020B0604030504040204" pitchFamily="34" charset="0"/>
            </a:endParaRPr>
          </a:p>
        </p:txBody>
      </p:sp>
      <p:sp>
        <p:nvSpPr>
          <p:cNvPr id="6" name="Text Box 1030">
            <a:extLst>
              <a:ext uri="{FF2B5EF4-FFF2-40B4-BE49-F238E27FC236}">
                <a16:creationId xmlns:a16="http://schemas.microsoft.com/office/drawing/2014/main" id="{85220311-3698-4434-A112-057C83F05D57}"/>
              </a:ext>
            </a:extLst>
          </p:cNvPr>
          <p:cNvSpPr txBox="1">
            <a:spLocks noChangeArrowheads="1"/>
          </p:cNvSpPr>
          <p:nvPr/>
        </p:nvSpPr>
        <p:spPr bwMode="auto">
          <a:xfrm>
            <a:off x="251520" y="2895466"/>
            <a:ext cx="1486304" cy="40011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2000" dirty="0" err="1">
                <a:solidFill>
                  <a:srgbClr val="000000"/>
                </a:solidFill>
                <a:latin typeface="Tahoma" panose="020B0604030504040204" pitchFamily="34" charset="0"/>
              </a:rPr>
              <a:t>autorun.inp</a:t>
            </a:r>
            <a:endParaRPr lang="en-US" altLang="ja-JP" sz="2000" dirty="0">
              <a:solidFill>
                <a:srgbClr val="000000"/>
              </a:solidFill>
              <a:latin typeface="Tahoma" panose="020B0604030504040204" pitchFamily="34" charset="0"/>
            </a:endParaRPr>
          </a:p>
        </p:txBody>
      </p:sp>
      <p:sp>
        <p:nvSpPr>
          <p:cNvPr id="10" name="テキスト ボックス 20">
            <a:extLst>
              <a:ext uri="{FF2B5EF4-FFF2-40B4-BE49-F238E27FC236}">
                <a16:creationId xmlns:a16="http://schemas.microsoft.com/office/drawing/2014/main" id="{D5583919-EC44-4DF3-816B-548187F2BA0B}"/>
              </a:ext>
            </a:extLst>
          </p:cNvPr>
          <p:cNvSpPr txBox="1">
            <a:spLocks noChangeArrowheads="1"/>
          </p:cNvSpPr>
          <p:nvPr/>
        </p:nvSpPr>
        <p:spPr bwMode="auto">
          <a:xfrm>
            <a:off x="1691680" y="726338"/>
            <a:ext cx="5400600" cy="46166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buFontTx/>
              <a:buNone/>
            </a:pPr>
            <a:r>
              <a:rPr lang="en-US" altLang="ja-JP" sz="2400" dirty="0" err="1"/>
              <a:t>autorun.inp</a:t>
            </a:r>
            <a:r>
              <a:rPr lang="ja-JP" altLang="en-US" sz="2400" dirty="0"/>
              <a:t>を変更して再実行してみよう</a:t>
            </a:r>
          </a:p>
        </p:txBody>
      </p:sp>
      <p:sp>
        <p:nvSpPr>
          <p:cNvPr id="12" name="Text Box 1031">
            <a:extLst>
              <a:ext uri="{FF2B5EF4-FFF2-40B4-BE49-F238E27FC236}">
                <a16:creationId xmlns:a16="http://schemas.microsoft.com/office/drawing/2014/main" id="{9F98DE75-57C6-41B8-9218-D16C2DAD383D}"/>
              </a:ext>
            </a:extLst>
          </p:cNvPr>
          <p:cNvSpPr txBox="1">
            <a:spLocks noChangeArrowheads="1"/>
          </p:cNvSpPr>
          <p:nvPr/>
        </p:nvSpPr>
        <p:spPr bwMode="auto">
          <a:xfrm>
            <a:off x="467544" y="3431314"/>
            <a:ext cx="6247505" cy="1869894"/>
          </a:xfrm>
          <a:prstGeom prst="rect">
            <a:avLst/>
          </a:prstGeom>
          <a:solidFill>
            <a:schemeClr val="bg1"/>
          </a:solidFill>
          <a:ln w="19050">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1800" dirty="0">
                <a:solidFill>
                  <a:srgbClr val="000000"/>
                </a:solidFill>
                <a:latin typeface="Tahoma" panose="020B0604030504040204" pitchFamily="34" charset="0"/>
              </a:rPr>
              <a:t>file=</a:t>
            </a:r>
            <a:r>
              <a:rPr lang="en-US" altLang="ja-JP" sz="1800" dirty="0" err="1">
                <a:solidFill>
                  <a:srgbClr val="000000"/>
                </a:solidFill>
                <a:latin typeface="Tahoma" panose="020B0604030504040204" pitchFamily="34" charset="0"/>
              </a:rPr>
              <a:t>phits.inp</a:t>
            </a:r>
            <a:r>
              <a:rPr lang="en-US" altLang="ja-JP" sz="1800" dirty="0">
                <a:solidFill>
                  <a:srgbClr val="000000"/>
                </a:solidFill>
                <a:latin typeface="Tahoma" panose="020B0604030504040204" pitchFamily="34" charset="0"/>
              </a:rPr>
              <a:t>  $ PHITS input file name</a:t>
            </a:r>
          </a:p>
          <a:p>
            <a:pPr eaLnBrk="1" hangingPunct="1">
              <a:spcBef>
                <a:spcPct val="0"/>
              </a:spcBef>
              <a:buFontTx/>
              <a:buNone/>
            </a:pPr>
            <a:r>
              <a:rPr lang="en-US" altLang="ja-JP" sz="1800" dirty="0">
                <a:solidFill>
                  <a:srgbClr val="000000"/>
                </a:solidFill>
                <a:latin typeface="Tahoma" panose="020B0604030504040204" pitchFamily="34" charset="0"/>
              </a:rPr>
              <a:t>set:c1          $ Variable parameter</a:t>
            </a:r>
          </a:p>
          <a:p>
            <a:pPr eaLnBrk="1" hangingPunct="1">
              <a:spcBef>
                <a:spcPct val="0"/>
              </a:spcBef>
              <a:buFontTx/>
              <a:buNone/>
            </a:pPr>
            <a:r>
              <a:rPr lang="en-US" altLang="ja-JP" sz="1800" dirty="0">
                <a:solidFill>
                  <a:srgbClr val="000000"/>
                </a:solidFill>
                <a:latin typeface="Tahoma" panose="020B0604030504040204" pitchFamily="34" charset="0"/>
              </a:rPr>
              <a:t>c-type=</a:t>
            </a:r>
            <a:r>
              <a:rPr lang="en-US" altLang="ja-JP" sz="1800" dirty="0">
                <a:solidFill>
                  <a:srgbClr val="FF0000"/>
                </a:solidFill>
                <a:latin typeface="Tahoma" panose="020B0604030504040204" pitchFamily="34" charset="0"/>
              </a:rPr>
              <a:t>2</a:t>
            </a:r>
            <a:r>
              <a:rPr lang="en-US" altLang="ja-JP" sz="1800" dirty="0">
                <a:solidFill>
                  <a:srgbClr val="000000"/>
                </a:solidFill>
                <a:latin typeface="Tahoma" panose="020B0604030504040204" pitchFamily="34" charset="0"/>
              </a:rPr>
              <a:t>        $ 1: data point, 2: linear, 3: log interpolation</a:t>
            </a:r>
          </a:p>
          <a:p>
            <a:pPr eaLnBrk="1" hangingPunct="1">
              <a:spcBef>
                <a:spcPct val="0"/>
              </a:spcBef>
              <a:buFontTx/>
              <a:buNone/>
            </a:pPr>
            <a:r>
              <a:rPr lang="en-US" altLang="ja-JP" sz="1800" dirty="0" err="1">
                <a:solidFill>
                  <a:srgbClr val="000000"/>
                </a:solidFill>
                <a:latin typeface="Tahoma" panose="020B0604030504040204" pitchFamily="34" charset="0"/>
              </a:rPr>
              <a:t>nc</a:t>
            </a:r>
            <a:r>
              <a:rPr lang="en-US" altLang="ja-JP" sz="1800" dirty="0">
                <a:solidFill>
                  <a:srgbClr val="000000"/>
                </a:solidFill>
                <a:latin typeface="Tahoma" panose="020B0604030504040204" pitchFamily="34" charset="0"/>
              </a:rPr>
              <a:t>=</a:t>
            </a:r>
            <a:r>
              <a:rPr lang="en-US" altLang="ja-JP" sz="1800" dirty="0">
                <a:solidFill>
                  <a:srgbClr val="FF0000"/>
                </a:solidFill>
                <a:latin typeface="Tahoma" panose="020B0604030504040204" pitchFamily="34" charset="0"/>
              </a:rPr>
              <a:t>5</a:t>
            </a:r>
            <a:r>
              <a:rPr lang="en-US" altLang="ja-JP" sz="1800" dirty="0">
                <a:solidFill>
                  <a:srgbClr val="000000"/>
                </a:solidFill>
                <a:latin typeface="Tahoma" panose="020B0604030504040204" pitchFamily="34" charset="0"/>
              </a:rPr>
              <a:t>            $ Number of data points</a:t>
            </a:r>
          </a:p>
          <a:p>
            <a:pPr eaLnBrk="1" hangingPunct="1">
              <a:spcBef>
                <a:spcPct val="0"/>
              </a:spcBef>
              <a:buFontTx/>
              <a:buNone/>
            </a:pPr>
            <a:r>
              <a:rPr lang="en-US" altLang="ja-JP" sz="1800" dirty="0" err="1">
                <a:solidFill>
                  <a:srgbClr val="000000"/>
                </a:solidFill>
                <a:latin typeface="Tahoma" panose="020B0604030504040204" pitchFamily="34" charset="0"/>
              </a:rPr>
              <a:t>cmin</a:t>
            </a:r>
            <a:r>
              <a:rPr lang="en-US" altLang="ja-JP" sz="1800" dirty="0">
                <a:solidFill>
                  <a:srgbClr val="000000"/>
                </a:solidFill>
                <a:latin typeface="Tahoma" panose="020B0604030504040204" pitchFamily="34" charset="0"/>
              </a:rPr>
              <a:t> = </a:t>
            </a:r>
            <a:r>
              <a:rPr lang="en-US" altLang="ja-JP" sz="1800" dirty="0">
                <a:solidFill>
                  <a:srgbClr val="FF0000"/>
                </a:solidFill>
                <a:latin typeface="Tahoma" panose="020B0604030504040204" pitchFamily="34" charset="0"/>
              </a:rPr>
              <a:t>2.0</a:t>
            </a:r>
          </a:p>
          <a:p>
            <a:pPr eaLnBrk="1" hangingPunct="1">
              <a:spcBef>
                <a:spcPct val="0"/>
              </a:spcBef>
              <a:buFontTx/>
              <a:buNone/>
            </a:pPr>
            <a:r>
              <a:rPr lang="en-US" altLang="ja-JP" sz="1800" dirty="0" err="1">
                <a:solidFill>
                  <a:srgbClr val="000000"/>
                </a:solidFill>
                <a:latin typeface="Tahoma" panose="020B0604030504040204" pitchFamily="34" charset="0"/>
              </a:rPr>
              <a:t>cmax</a:t>
            </a:r>
            <a:r>
              <a:rPr lang="en-US" altLang="ja-JP" sz="1800" dirty="0">
                <a:solidFill>
                  <a:srgbClr val="000000"/>
                </a:solidFill>
                <a:latin typeface="Tahoma" panose="020B0604030504040204" pitchFamily="34" charset="0"/>
              </a:rPr>
              <a:t> = </a:t>
            </a:r>
            <a:r>
              <a:rPr lang="en-US" altLang="ja-JP" sz="1800" dirty="0">
                <a:solidFill>
                  <a:srgbClr val="FF0000"/>
                </a:solidFill>
                <a:latin typeface="Tahoma" panose="020B0604030504040204" pitchFamily="34" charset="0"/>
              </a:rPr>
              <a:t>2.8</a:t>
            </a:r>
            <a:endParaRPr lang="pt-BR" altLang="ja-JP" sz="1800" dirty="0">
              <a:solidFill>
                <a:srgbClr val="FF0000"/>
              </a:solidFill>
              <a:latin typeface="Tahoma" panose="020B0604030504040204" pitchFamily="34" charset="0"/>
            </a:endParaRPr>
          </a:p>
        </p:txBody>
      </p:sp>
      <p:sp>
        <p:nvSpPr>
          <p:cNvPr id="13" name="Rectangle 8">
            <a:extLst>
              <a:ext uri="{FF2B5EF4-FFF2-40B4-BE49-F238E27FC236}">
                <a16:creationId xmlns:a16="http://schemas.microsoft.com/office/drawing/2014/main" id="{249A5D00-C591-4563-BFF2-E35F5A52B42E}"/>
              </a:ext>
            </a:extLst>
          </p:cNvPr>
          <p:cNvSpPr txBox="1">
            <a:spLocks noChangeArrowheads="1"/>
          </p:cNvSpPr>
          <p:nvPr/>
        </p:nvSpPr>
        <p:spPr bwMode="auto">
          <a:xfrm>
            <a:off x="1098780" y="5436946"/>
            <a:ext cx="6946439" cy="765064"/>
          </a:xfrm>
          <a:prstGeom prst="rect">
            <a:avLst/>
          </a:prstGeom>
          <a:solidFill>
            <a:schemeClr val="accent2"/>
          </a:solidFill>
          <a:ln w="19050">
            <a:solidFill>
              <a:schemeClr val="accent4"/>
            </a:solidFill>
          </a:ln>
          <a:effectLst>
            <a:outerShdw blurRad="50800" dist="38100" dir="2700000" algn="tl" rotWithShape="0">
              <a:prstClr val="black">
                <a:alpha val="40000"/>
              </a:prstClr>
            </a:outerShdw>
          </a:effectLst>
        </p:spPr>
        <p:txBody>
          <a:bodyPr/>
          <a:lstStyle>
            <a:lvl1pPr>
              <a:spcBef>
                <a:spcPct val="20000"/>
              </a:spcBef>
              <a:buChar char="•"/>
              <a:defRPr kumimoji="1" sz="3200">
                <a:solidFill>
                  <a:schemeClr val="tx1"/>
                </a:solidFill>
                <a:latin typeface="Times New Roman" pitchFamily="18" charset="0"/>
                <a:ea typeface="ＭＳ Ｐゴシック" pitchFamily="50" charset="-128"/>
              </a:defRPr>
            </a:lvl1pPr>
            <a:lvl2pPr marL="742950" indent="-285750">
              <a:spcBef>
                <a:spcPct val="20000"/>
              </a:spcBef>
              <a:buChar char="–"/>
              <a:defRPr kumimoji="1" sz="2800">
                <a:solidFill>
                  <a:schemeClr val="tx1"/>
                </a:solidFill>
                <a:latin typeface="Times New Roman" pitchFamily="18" charset="0"/>
                <a:ea typeface="ＭＳ Ｐゴシック" pitchFamily="50" charset="-128"/>
              </a:defRPr>
            </a:lvl2pPr>
            <a:lvl3pPr marL="1143000" indent="-228600">
              <a:spcBef>
                <a:spcPct val="20000"/>
              </a:spcBef>
              <a:buChar char="•"/>
              <a:defRPr kumimoji="1" sz="2400">
                <a:solidFill>
                  <a:schemeClr val="tx1"/>
                </a:solidFill>
                <a:latin typeface="Times New Roman" pitchFamily="18" charset="0"/>
                <a:ea typeface="ＭＳ Ｐゴシック" pitchFamily="50" charset="-128"/>
              </a:defRPr>
            </a:lvl3pPr>
            <a:lvl4pPr marL="1600200" indent="-228600">
              <a:spcBef>
                <a:spcPct val="20000"/>
              </a:spcBef>
              <a:buChar char="–"/>
              <a:defRPr kumimoji="1" sz="2000">
                <a:solidFill>
                  <a:schemeClr val="tx1"/>
                </a:solidFill>
                <a:latin typeface="Times New Roman" pitchFamily="18" charset="0"/>
                <a:ea typeface="ＭＳ Ｐゴシック" pitchFamily="50" charset="-128"/>
              </a:defRPr>
            </a:lvl4pPr>
            <a:lvl5pPr marL="2057400" indent="-22860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buFontTx/>
              <a:buNone/>
              <a:defRPr/>
            </a:pPr>
            <a:r>
              <a:rPr lang="en-US" altLang="ja-JP" sz="2000" b="1" dirty="0">
                <a:solidFill>
                  <a:srgbClr val="FFFF00"/>
                </a:solidFill>
                <a:latin typeface="+mn-lt"/>
              </a:rPr>
              <a:t>“</a:t>
            </a:r>
            <a:r>
              <a:rPr lang="en-US" altLang="ja-JP" sz="2000" b="1" dirty="0" err="1">
                <a:solidFill>
                  <a:srgbClr val="FFFF00"/>
                </a:solidFill>
                <a:latin typeface="+mn-lt"/>
              </a:rPr>
              <a:t>outfiles</a:t>
            </a:r>
            <a:r>
              <a:rPr lang="en-US" altLang="ja-JP" sz="2000" b="1" dirty="0">
                <a:solidFill>
                  <a:srgbClr val="FFFF00"/>
                </a:solidFill>
                <a:latin typeface="+mn-lt"/>
              </a:rPr>
              <a:t>/1”</a:t>
            </a:r>
            <a:r>
              <a:rPr lang="ja-JP" altLang="en-US" sz="2000" b="1" dirty="0">
                <a:solidFill>
                  <a:srgbClr val="FFFF00"/>
                </a:solidFill>
                <a:latin typeface="+mn-lt"/>
              </a:rPr>
              <a:t>と</a:t>
            </a:r>
            <a:r>
              <a:rPr lang="en-US" altLang="ja-JP" sz="2000" b="1" dirty="0">
                <a:solidFill>
                  <a:srgbClr val="FFFF00"/>
                </a:solidFill>
                <a:latin typeface="+mn-lt"/>
              </a:rPr>
              <a:t>“</a:t>
            </a:r>
            <a:r>
              <a:rPr lang="en-US" altLang="ja-JP" sz="2000" b="1" dirty="0" err="1">
                <a:solidFill>
                  <a:srgbClr val="FFFF00"/>
                </a:solidFill>
                <a:latin typeface="+mn-lt"/>
              </a:rPr>
              <a:t>eachout</a:t>
            </a:r>
            <a:r>
              <a:rPr lang="en-US" altLang="ja-JP" sz="2000" b="1" dirty="0">
                <a:solidFill>
                  <a:srgbClr val="FFFF00"/>
                </a:solidFill>
                <a:latin typeface="+mn-lt"/>
              </a:rPr>
              <a:t>/2.0”, … “</a:t>
            </a:r>
            <a:r>
              <a:rPr lang="en-US" altLang="ja-JP" sz="2000" b="1" dirty="0" err="1">
                <a:solidFill>
                  <a:srgbClr val="FFFF00"/>
                </a:solidFill>
                <a:latin typeface="+mn-lt"/>
              </a:rPr>
              <a:t>outfiles</a:t>
            </a:r>
            <a:r>
              <a:rPr lang="en-US" altLang="ja-JP" sz="2000" b="1" dirty="0">
                <a:solidFill>
                  <a:srgbClr val="FFFF00"/>
                </a:solidFill>
                <a:latin typeface="+mn-lt"/>
              </a:rPr>
              <a:t>/5”</a:t>
            </a:r>
            <a:r>
              <a:rPr lang="ja-JP" altLang="en-US" sz="2000" b="1" dirty="0">
                <a:solidFill>
                  <a:srgbClr val="FFFF00"/>
                </a:solidFill>
                <a:latin typeface="+mn-lt"/>
              </a:rPr>
              <a:t>と</a:t>
            </a:r>
            <a:r>
              <a:rPr lang="en-US" altLang="ja-JP" sz="2000" b="1" dirty="0">
                <a:solidFill>
                  <a:srgbClr val="FFFF00"/>
                </a:solidFill>
                <a:latin typeface="+mn-lt"/>
              </a:rPr>
              <a:t>“</a:t>
            </a:r>
            <a:r>
              <a:rPr lang="en-US" altLang="ja-JP" sz="2000" b="1" dirty="0" err="1">
                <a:solidFill>
                  <a:srgbClr val="FFFF00"/>
                </a:solidFill>
                <a:latin typeface="+mn-lt"/>
              </a:rPr>
              <a:t>eachout</a:t>
            </a:r>
            <a:r>
              <a:rPr lang="en-US" altLang="ja-JP" sz="2000" b="1" dirty="0">
                <a:solidFill>
                  <a:srgbClr val="FFFF00"/>
                </a:solidFill>
                <a:latin typeface="+mn-lt"/>
              </a:rPr>
              <a:t>/2.8”</a:t>
            </a:r>
            <a:r>
              <a:rPr lang="ja-JP" altLang="en-US" sz="2000" b="1" dirty="0">
                <a:solidFill>
                  <a:srgbClr val="FFFF00"/>
                </a:solidFill>
                <a:latin typeface="+mn-lt"/>
              </a:rPr>
              <a:t>に格納された結果が一致していることを確認</a:t>
            </a:r>
            <a:endParaRPr lang="en-US" altLang="ja-JP" sz="2000" b="1" dirty="0">
              <a:solidFill>
                <a:srgbClr val="FFFF00"/>
              </a:solidFill>
              <a:latin typeface="+mn-lt"/>
            </a:endParaRPr>
          </a:p>
        </p:txBody>
      </p:sp>
    </p:spTree>
    <p:extLst>
      <p:ext uri="{BB962C8B-B14F-4D97-AF65-F5344CB8AC3E}">
        <p14:creationId xmlns:p14="http://schemas.microsoft.com/office/powerpoint/2010/main" val="3532417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3158235-822F-4C06-B9B2-CAF03985C737}"/>
              </a:ext>
            </a:extLst>
          </p:cNvPr>
          <p:cNvSpPr txBox="1">
            <a:spLocks noChangeArrowheads="1"/>
          </p:cNvSpPr>
          <p:nvPr/>
        </p:nvSpPr>
        <p:spPr bwMode="auto">
          <a:xfrm>
            <a:off x="228599" y="188640"/>
            <a:ext cx="868680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charset="0"/>
                <a:ea typeface="ＭＳ Ｐゴシック" pitchFamily="50" charset="-128"/>
              </a:defRPr>
            </a:lvl9pPr>
          </a:lstStyle>
          <a:p>
            <a:pPr eaLnBrk="1" hangingPunct="1">
              <a:defRPr/>
            </a:pPr>
            <a:r>
              <a:rPr lang="ja-JP" altLang="en-US" sz="4800" kern="0" dirty="0">
                <a:solidFill>
                  <a:schemeClr val="tx1"/>
                </a:solidFill>
                <a:latin typeface="+mn-lt"/>
                <a:cs typeface="Arial" charset="0"/>
              </a:rPr>
              <a:t>本実習の流れ</a:t>
            </a:r>
          </a:p>
        </p:txBody>
      </p:sp>
      <p:sp>
        <p:nvSpPr>
          <p:cNvPr id="7" name="Rectangle 3">
            <a:extLst>
              <a:ext uri="{FF2B5EF4-FFF2-40B4-BE49-F238E27FC236}">
                <a16:creationId xmlns:a16="http://schemas.microsoft.com/office/drawing/2014/main" id="{B13CA4A5-AB8F-4333-9D53-631216AC6CAB}"/>
              </a:ext>
            </a:extLst>
          </p:cNvPr>
          <p:cNvSpPr>
            <a:spLocks noChangeArrowheads="1"/>
          </p:cNvSpPr>
          <p:nvPr/>
        </p:nvSpPr>
        <p:spPr bwMode="auto">
          <a:xfrm>
            <a:off x="1626833" y="2026816"/>
            <a:ext cx="5890332" cy="2804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spcBef>
                <a:spcPct val="20000"/>
              </a:spcBef>
              <a:buChar char="•"/>
              <a:defRPr kumimoji="1" sz="3200">
                <a:solidFill>
                  <a:schemeClr val="tx1"/>
                </a:solidFill>
                <a:latin typeface="Times New Roman" pitchFamily="18" charset="0"/>
                <a:ea typeface="ＭＳ Ｐゴシック" pitchFamily="50" charset="-128"/>
              </a:defRPr>
            </a:lvl1pPr>
            <a:lvl2pPr marL="914400" indent="-457200">
              <a:spcBef>
                <a:spcPct val="20000"/>
              </a:spcBef>
              <a:buChar char="–"/>
              <a:defRPr kumimoji="1" sz="2800">
                <a:solidFill>
                  <a:schemeClr val="tx1"/>
                </a:solidFill>
                <a:latin typeface="Times New Roman" pitchFamily="18" charset="0"/>
                <a:ea typeface="ＭＳ Ｐゴシック" pitchFamily="50" charset="-128"/>
              </a:defRPr>
            </a:lvl2pPr>
            <a:lvl3pPr marL="1143000" indent="-228600">
              <a:spcBef>
                <a:spcPct val="20000"/>
              </a:spcBef>
              <a:buChar char="•"/>
              <a:defRPr kumimoji="1" sz="2400">
                <a:solidFill>
                  <a:schemeClr val="tx1"/>
                </a:solidFill>
                <a:latin typeface="Times New Roman" pitchFamily="18" charset="0"/>
                <a:ea typeface="ＭＳ Ｐゴシック" pitchFamily="50" charset="-128"/>
              </a:defRPr>
            </a:lvl3pPr>
            <a:lvl4pPr marL="1600200" indent="-228600">
              <a:spcBef>
                <a:spcPct val="20000"/>
              </a:spcBef>
              <a:buChar char="–"/>
              <a:defRPr kumimoji="1" sz="2000">
                <a:solidFill>
                  <a:schemeClr val="tx1"/>
                </a:solidFill>
                <a:latin typeface="Times New Roman" pitchFamily="18" charset="0"/>
                <a:ea typeface="ＭＳ Ｐゴシック" pitchFamily="50" charset="-128"/>
              </a:defRPr>
            </a:lvl4pPr>
            <a:lvl5pPr marL="2057400" indent="-22860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marL="432000" lvl="1" indent="-571500" eaLnBrk="1" hangingPunct="1">
              <a:buFont typeface="Wingdings" panose="05000000000000000000" pitchFamily="2" charset="2"/>
              <a:buChar char="ü"/>
              <a:defRPr/>
            </a:pPr>
            <a:endParaRPr lang="en-US" altLang="ja-JP" sz="3600" dirty="0">
              <a:solidFill>
                <a:srgbClr val="000000"/>
              </a:solidFill>
              <a:latin typeface="+mn-lt"/>
              <a:cs typeface="Arial" charset="0"/>
            </a:endParaRPr>
          </a:p>
        </p:txBody>
      </p:sp>
      <p:sp>
        <p:nvSpPr>
          <p:cNvPr id="2" name="テキスト ボックス 1">
            <a:extLst>
              <a:ext uri="{FF2B5EF4-FFF2-40B4-BE49-F238E27FC236}">
                <a16:creationId xmlns:a16="http://schemas.microsoft.com/office/drawing/2014/main" id="{1CB0D7DE-DBB1-4080-96FC-90AF84878BC2}"/>
              </a:ext>
            </a:extLst>
          </p:cNvPr>
          <p:cNvSpPr txBox="1"/>
          <p:nvPr/>
        </p:nvSpPr>
        <p:spPr>
          <a:xfrm>
            <a:off x="899592" y="1916832"/>
            <a:ext cx="7697695" cy="2769989"/>
          </a:xfrm>
          <a:prstGeom prst="rect">
            <a:avLst/>
          </a:prstGeom>
          <a:noFill/>
        </p:spPr>
        <p:txBody>
          <a:bodyPr wrap="square" rtlCol="0">
            <a:spAutoFit/>
          </a:bodyPr>
          <a:lstStyle/>
          <a:p>
            <a:pPr marL="457200" indent="-457200">
              <a:spcBef>
                <a:spcPts val="1200"/>
              </a:spcBef>
              <a:buFont typeface="Wingdings" panose="05000000000000000000" pitchFamily="2" charset="2"/>
              <a:buChar char="ü"/>
            </a:pPr>
            <a:r>
              <a:rPr kumimoji="1" lang="ja-JP" altLang="en-US" sz="3600" dirty="0">
                <a:solidFill>
                  <a:schemeClr val="tx2"/>
                </a:solidFill>
              </a:rPr>
              <a:t>自作スクリプトファイルの利用方法</a:t>
            </a:r>
            <a:endParaRPr kumimoji="1" lang="en-US" altLang="ja-JP" sz="3600" dirty="0">
              <a:solidFill>
                <a:schemeClr val="tx2"/>
              </a:solidFill>
            </a:endParaRPr>
          </a:p>
          <a:p>
            <a:pPr marL="457200" indent="-457200">
              <a:spcBef>
                <a:spcPts val="1200"/>
              </a:spcBef>
              <a:buFont typeface="Wingdings" panose="05000000000000000000" pitchFamily="2" charset="2"/>
              <a:buChar char="ü"/>
            </a:pPr>
            <a:r>
              <a:rPr kumimoji="1" lang="en-US" altLang="ja-JP" sz="3600" dirty="0"/>
              <a:t>autorun.bat/</a:t>
            </a:r>
            <a:r>
              <a:rPr kumimoji="1" lang="en-US" altLang="ja-JP" sz="3600" dirty="0" err="1"/>
              <a:t>sh</a:t>
            </a:r>
            <a:r>
              <a:rPr kumimoji="1" lang="ja-JP" altLang="en-US" sz="3600" dirty="0"/>
              <a:t>の利用方法</a:t>
            </a:r>
            <a:endParaRPr kumimoji="1" lang="en-US" altLang="ja-JP" sz="3600" dirty="0"/>
          </a:p>
          <a:p>
            <a:pPr marL="457200" indent="-457200">
              <a:spcBef>
                <a:spcPts val="1200"/>
              </a:spcBef>
              <a:buFont typeface="Wingdings" panose="05000000000000000000" pitchFamily="2" charset="2"/>
              <a:buChar char="ü"/>
            </a:pPr>
            <a:r>
              <a:rPr kumimoji="1" lang="en-US" altLang="ja-JP" sz="3600" dirty="0">
                <a:solidFill>
                  <a:srgbClr val="FF0000"/>
                </a:solidFill>
              </a:rPr>
              <a:t>[</a:t>
            </a:r>
            <a:r>
              <a:rPr kumimoji="1" lang="en-US" altLang="ja-JP" sz="3600" dirty="0" err="1">
                <a:solidFill>
                  <a:srgbClr val="FF0000"/>
                </a:solidFill>
              </a:rPr>
              <a:t>anatally</a:t>
            </a:r>
            <a:r>
              <a:rPr kumimoji="1" lang="en-US" altLang="ja-JP" sz="3600" dirty="0">
                <a:solidFill>
                  <a:srgbClr val="FF0000"/>
                </a:solidFill>
              </a:rPr>
              <a:t>]</a:t>
            </a:r>
            <a:r>
              <a:rPr kumimoji="1" lang="ja-JP" altLang="en-US" sz="3600" dirty="0">
                <a:solidFill>
                  <a:srgbClr val="FF0000"/>
                </a:solidFill>
              </a:rPr>
              <a:t>と</a:t>
            </a:r>
            <a:r>
              <a:rPr kumimoji="1" lang="en-US" altLang="ja-JP" sz="3600" dirty="0">
                <a:solidFill>
                  <a:srgbClr val="FF0000"/>
                </a:solidFill>
              </a:rPr>
              <a:t>ANOVA</a:t>
            </a:r>
            <a:r>
              <a:rPr kumimoji="1" lang="ja-JP" altLang="en-US" sz="3600" dirty="0">
                <a:solidFill>
                  <a:srgbClr val="FF0000"/>
                </a:solidFill>
              </a:rPr>
              <a:t>の利用方法</a:t>
            </a:r>
            <a:endParaRPr kumimoji="1" lang="en-US" altLang="ja-JP" sz="3600" dirty="0">
              <a:solidFill>
                <a:srgbClr val="FF0000"/>
              </a:solidFill>
            </a:endParaRPr>
          </a:p>
          <a:p>
            <a:pPr marL="457200" indent="-457200">
              <a:spcBef>
                <a:spcPts val="1200"/>
              </a:spcBef>
              <a:buFont typeface="Wingdings" panose="05000000000000000000" pitchFamily="2" charset="2"/>
              <a:buChar char="ü"/>
            </a:pPr>
            <a:r>
              <a:rPr lang="ja-JP" altLang="en-US" sz="3600" dirty="0"/>
              <a:t>まとめ</a:t>
            </a:r>
            <a:endParaRPr kumimoji="1" lang="ja-JP" altLang="en-US" sz="3600" dirty="0"/>
          </a:p>
        </p:txBody>
      </p:sp>
    </p:spTree>
    <p:extLst>
      <p:ext uri="{BB962C8B-B14F-4D97-AF65-F5344CB8AC3E}">
        <p14:creationId xmlns:p14="http://schemas.microsoft.com/office/powerpoint/2010/main" val="32609710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E9C54329-F8F2-47E3-BD03-D6C02504B591}"/>
              </a:ext>
            </a:extLst>
          </p:cNvPr>
          <p:cNvSpPr>
            <a:spLocks noGrp="1" noChangeArrowheads="1"/>
          </p:cNvSpPr>
          <p:nvPr>
            <p:ph type="title" idx="4294967295"/>
          </p:nvPr>
        </p:nvSpPr>
        <p:spPr>
          <a:xfrm>
            <a:off x="290296" y="-9872"/>
            <a:ext cx="8386160" cy="823912"/>
          </a:xfrm>
        </p:spPr>
        <p:txBody>
          <a:bodyPr/>
          <a:lstStyle/>
          <a:p>
            <a:pPr eaLnBrk="1" hangingPunct="1">
              <a:defRPr/>
            </a:pPr>
            <a:r>
              <a:rPr lang="en-US" altLang="ja-JP" sz="4800" dirty="0">
                <a:solidFill>
                  <a:schemeClr val="tx1"/>
                </a:solidFill>
                <a:latin typeface="+mn-lt"/>
                <a:cs typeface="Arial" charset="0"/>
              </a:rPr>
              <a:t>[</a:t>
            </a:r>
            <a:r>
              <a:rPr lang="en-US" altLang="ja-JP" sz="4800" dirty="0" err="1">
                <a:solidFill>
                  <a:schemeClr val="tx1"/>
                </a:solidFill>
                <a:latin typeface="+mn-lt"/>
                <a:cs typeface="Arial" charset="0"/>
              </a:rPr>
              <a:t>anatally</a:t>
            </a:r>
            <a:r>
              <a:rPr lang="en-US" altLang="ja-JP" sz="4800" dirty="0">
                <a:solidFill>
                  <a:schemeClr val="tx1"/>
                </a:solidFill>
                <a:latin typeface="+mn-lt"/>
                <a:cs typeface="Arial" charset="0"/>
              </a:rPr>
              <a:t>]</a:t>
            </a:r>
            <a:r>
              <a:rPr lang="ja-JP" altLang="en-US" sz="4800" dirty="0">
                <a:solidFill>
                  <a:schemeClr val="tx1"/>
                </a:solidFill>
                <a:latin typeface="+mn-lt"/>
                <a:cs typeface="Arial" charset="0"/>
              </a:rPr>
              <a:t>と</a:t>
            </a:r>
            <a:r>
              <a:rPr lang="en-US" altLang="ja-JP" sz="4800" dirty="0">
                <a:solidFill>
                  <a:schemeClr val="tx1"/>
                </a:solidFill>
                <a:latin typeface="+mn-lt"/>
                <a:cs typeface="Arial" charset="0"/>
              </a:rPr>
              <a:t>ANOVA</a:t>
            </a:r>
            <a:r>
              <a:rPr lang="ja-JP" altLang="en-US" sz="4800" dirty="0">
                <a:solidFill>
                  <a:schemeClr val="tx1"/>
                </a:solidFill>
                <a:latin typeface="+mn-lt"/>
                <a:cs typeface="Arial" charset="0"/>
              </a:rPr>
              <a:t>の概要</a:t>
            </a:r>
          </a:p>
        </p:txBody>
      </p:sp>
      <mc:AlternateContent xmlns:mc="http://schemas.openxmlformats.org/markup-compatibility/2006" xmlns:a14="http://schemas.microsoft.com/office/drawing/2010/main">
        <mc:Choice Requires="a14">
          <p:sp>
            <p:nvSpPr>
              <p:cNvPr id="11" name="テキスト ボックス 10">
                <a:extLst>
                  <a:ext uri="{FF2B5EF4-FFF2-40B4-BE49-F238E27FC236}">
                    <a16:creationId xmlns:a16="http://schemas.microsoft.com/office/drawing/2014/main" id="{9D6657CC-F099-47F6-9312-0E01C2F8CE3C}"/>
                  </a:ext>
                </a:extLst>
              </p:cNvPr>
              <p:cNvSpPr txBox="1"/>
              <p:nvPr/>
            </p:nvSpPr>
            <p:spPr>
              <a:xfrm>
                <a:off x="5644671" y="4012165"/>
                <a:ext cx="2277611" cy="576183"/>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altLang="ja-JP" sz="2000" b="1" i="1" u="none" strike="noStrike" kern="1200" cap="none" spc="0" normalizeH="0" baseline="0" noProof="0" smtClean="0">
                              <a:ln>
                                <a:noFill/>
                              </a:ln>
                              <a:solidFill>
                                <a:srgbClr val="3333CC"/>
                              </a:solidFill>
                              <a:effectLst/>
                              <a:uLnTx/>
                              <a:uFillTx/>
                              <a:latin typeface="Cambria Math" panose="02040503050406030204" pitchFamily="18" charset="0"/>
                              <a:ea typeface="ＭＳ Ｐゴシック" panose="020B0600070205080204" pitchFamily="50" charset="-128"/>
                              <a:cs typeface="+mn-cs"/>
                            </a:rPr>
                          </m:ctrlPr>
                        </m:sSubSupPr>
                        <m:e>
                          <m:r>
                            <a:rPr kumimoji="0" lang="en-US" altLang="ja-JP" sz="2000" b="1" i="1" u="none" strike="noStrike" kern="1200" cap="none" spc="0" normalizeH="0" baseline="0" noProof="0">
                              <a:ln>
                                <a:noFill/>
                              </a:ln>
                              <a:solidFill>
                                <a:srgbClr val="3333CC"/>
                              </a:solidFill>
                              <a:effectLst/>
                              <a:uLnTx/>
                              <a:uFillTx/>
                              <a:latin typeface="Cambria Math" panose="02040503050406030204" pitchFamily="18" charset="0"/>
                              <a:ea typeface="ＭＳ Ｐゴシック" panose="020B0600070205080204" pitchFamily="50" charset="-128"/>
                              <a:cs typeface="+mn-cs"/>
                            </a:rPr>
                            <m:t>𝒖</m:t>
                          </m:r>
                        </m:e>
                        <m:sub>
                          <m:r>
                            <a:rPr kumimoji="0" lang="en-US" altLang="ja-JP" sz="2000" b="1" i="0" u="none" strike="noStrike" kern="1200" cap="none" spc="0" normalizeH="0" baseline="0" noProof="0">
                              <a:ln>
                                <a:noFill/>
                              </a:ln>
                              <a:solidFill>
                                <a:srgbClr val="3333CC"/>
                              </a:solidFill>
                              <a:effectLst/>
                              <a:uLnTx/>
                              <a:uFillTx/>
                              <a:latin typeface="Cambria Math" panose="02040503050406030204" pitchFamily="18" charset="0"/>
                              <a:ea typeface="ＭＳ Ｐゴシック" panose="020B0600070205080204" pitchFamily="50" charset="-128"/>
                              <a:cs typeface="+mn-cs"/>
                            </a:rPr>
                            <m:t>𝐭𝐨𝐭</m:t>
                          </m:r>
                        </m:sub>
                        <m:sup>
                          <m:r>
                            <a:rPr kumimoji="0" lang="en-US" altLang="ja-JP" sz="2000" b="1" i="1" u="none" strike="noStrike" kern="1200" cap="none" spc="0" normalizeH="0" baseline="0" noProof="0">
                              <a:ln>
                                <a:noFill/>
                              </a:ln>
                              <a:solidFill>
                                <a:srgbClr val="3333CC"/>
                              </a:solidFill>
                              <a:effectLst/>
                              <a:uLnTx/>
                              <a:uFillTx/>
                              <a:latin typeface="Cambria Math" panose="02040503050406030204" pitchFamily="18" charset="0"/>
                              <a:ea typeface="ＭＳ Ｐゴシック" panose="020B0600070205080204" pitchFamily="50" charset="-128"/>
                              <a:cs typeface="+mn-cs"/>
                            </a:rPr>
                            <m:t>𝟐</m:t>
                          </m:r>
                        </m:sup>
                      </m:sSubSup>
                      <m:r>
                        <m:rPr>
                          <m:nor/>
                        </m:rPr>
                        <a:rPr kumimoji="0" lang="en-US" altLang="ja-JP"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cs typeface="+mn-cs"/>
                        </a:rPr>
                        <m:t>=</m:t>
                      </m:r>
                      <m:r>
                        <m:rPr>
                          <m:nor/>
                        </m:rPr>
                        <a:rPr kumimoji="0" lang="en-US" altLang="ja-JP" sz="2000" b="1" i="0" u="none" strike="noStrike" kern="1200" cap="none" spc="0" normalizeH="0" baseline="0" noProof="0" dirty="0">
                          <a:ln>
                            <a:noFill/>
                          </a:ln>
                          <a:solidFill>
                            <a:srgbClr val="000000"/>
                          </a:solidFill>
                          <a:effectLst/>
                          <a:uLnTx/>
                          <a:uFillTx/>
                          <a:latin typeface="Arial"/>
                          <a:ea typeface="ＭＳ Ｐゴシック" panose="020B0600070205080204" pitchFamily="50" charset="-128"/>
                          <a:cs typeface="+mn-cs"/>
                        </a:rPr>
                        <m:t> </m:t>
                      </m:r>
                      <m:sSubSup>
                        <m:sSubSupPr>
                          <m:ctrlPr>
                            <a:rPr kumimoji="0" lang="en-US" altLang="ja-JP" sz="2000" b="1" i="1" u="none" strike="noStrike" kern="1200" cap="none" spc="0" normalizeH="0" baseline="0" noProof="0" smtClean="0">
                              <a:ln>
                                <a:noFill/>
                              </a:ln>
                              <a:solidFill>
                                <a:srgbClr val="FF0000"/>
                              </a:solidFill>
                              <a:effectLst/>
                              <a:uLnTx/>
                              <a:uFillTx/>
                              <a:latin typeface="Cambria Math" panose="02040503050406030204" pitchFamily="18" charset="0"/>
                              <a:ea typeface="ＭＳ Ｐゴシック" panose="020B0600070205080204" pitchFamily="50" charset="-128"/>
                              <a:cs typeface="+mn-cs"/>
                            </a:rPr>
                          </m:ctrlPr>
                        </m:sSubSupPr>
                        <m:e>
                          <m:r>
                            <a:rPr kumimoji="0" lang="en-US" altLang="ja-JP" sz="2000" b="1" i="1" u="none" strike="noStrike" kern="1200" cap="none" spc="0" normalizeH="0" baseline="0" noProof="0">
                              <a:ln>
                                <a:noFill/>
                              </a:ln>
                              <a:solidFill>
                                <a:srgbClr val="FF0000"/>
                              </a:solidFill>
                              <a:effectLst/>
                              <a:uLnTx/>
                              <a:uFillTx/>
                              <a:latin typeface="Cambria Math" panose="02040503050406030204" pitchFamily="18" charset="0"/>
                              <a:ea typeface="ＭＳ Ｐゴシック" panose="020B0600070205080204" pitchFamily="50" charset="-128"/>
                              <a:cs typeface="+mn-cs"/>
                            </a:rPr>
                            <m:t>𝒖</m:t>
                          </m:r>
                        </m:e>
                        <m:sub>
                          <m:r>
                            <a:rPr kumimoji="0" lang="en-US" altLang="ja-JP" sz="2000" b="1" i="0" u="none" strike="noStrike" kern="1200" cap="none" spc="0" normalizeH="0" baseline="0" noProof="0" smtClean="0">
                              <a:ln>
                                <a:noFill/>
                              </a:ln>
                              <a:solidFill>
                                <a:srgbClr val="FF0000"/>
                              </a:solidFill>
                              <a:effectLst/>
                              <a:uLnTx/>
                              <a:uFillTx/>
                              <a:latin typeface="Cambria Math" panose="02040503050406030204" pitchFamily="18" charset="0"/>
                              <a:ea typeface="ＭＳ Ｐゴシック" panose="020B0600070205080204" pitchFamily="50" charset="-128"/>
                              <a:cs typeface="+mn-cs"/>
                            </a:rPr>
                            <m:t>𝐬𝐲𝐬𝐭</m:t>
                          </m:r>
                        </m:sub>
                        <m:sup>
                          <m:r>
                            <a:rPr kumimoji="0" lang="en-US" altLang="ja-JP" sz="2000" b="1" i="1" u="none" strike="noStrike" kern="1200" cap="none" spc="0" normalizeH="0" baseline="0" noProof="0">
                              <a:ln>
                                <a:noFill/>
                              </a:ln>
                              <a:solidFill>
                                <a:srgbClr val="FF0000"/>
                              </a:solidFill>
                              <a:effectLst/>
                              <a:uLnTx/>
                              <a:uFillTx/>
                              <a:latin typeface="Cambria Math" panose="02040503050406030204" pitchFamily="18" charset="0"/>
                              <a:ea typeface="ＭＳ Ｐゴシック" panose="020B0600070205080204" pitchFamily="50" charset="-128"/>
                              <a:cs typeface="+mn-cs"/>
                            </a:rPr>
                            <m:t>𝟐</m:t>
                          </m:r>
                        </m:sup>
                      </m:sSubSup>
                      <m:sSubSup>
                        <m:sSubSupPr>
                          <m:ctrlPr>
                            <a:rPr kumimoji="0" lang="en-US" altLang="ja-JP" sz="2000" b="1" i="1" u="none" strike="noStrike" kern="1200" cap="none" spc="0" normalizeH="0" baseline="0" noProof="0" smtClean="0">
                              <a:ln>
                                <a:noFill/>
                              </a:ln>
                              <a:solidFill>
                                <a:srgbClr val="00B050"/>
                              </a:solidFill>
                              <a:effectLst/>
                              <a:uLnTx/>
                              <a:uFillTx/>
                              <a:latin typeface="Cambria Math" panose="02040503050406030204" pitchFamily="18" charset="0"/>
                              <a:ea typeface="ＭＳ Ｐゴシック" panose="020B0600070205080204" pitchFamily="50" charset="-128"/>
                              <a:cs typeface="+mn-cs"/>
                            </a:rPr>
                          </m:ctrlPr>
                        </m:sSubSupPr>
                        <m:e>
                          <m:r>
                            <a:rPr kumimoji="0" lang="en-US" altLang="ja-JP" sz="2000" b="1" i="1" u="none" strike="noStrike" kern="1200" cap="none" spc="0" normalizeH="0" baseline="0" noProof="0" smtClean="0">
                              <a:ln>
                                <a:noFill/>
                              </a:ln>
                              <a:solidFill>
                                <a:srgbClr val="000000"/>
                              </a:solidFill>
                              <a:effectLst/>
                              <a:uLnTx/>
                              <a:uFillTx/>
                              <a:latin typeface="Cambria Math" panose="02040503050406030204" pitchFamily="18" charset="0"/>
                              <a:ea typeface="ＭＳ Ｐゴシック" panose="020B0600070205080204" pitchFamily="50" charset="-128"/>
                              <a:cs typeface="+mn-cs"/>
                            </a:rPr>
                            <m:t>+</m:t>
                          </m:r>
                          <m:f>
                            <m:fPr>
                              <m:ctrlPr>
                                <a:rPr kumimoji="0" lang="en-US" altLang="ja-JP" sz="2000" b="1" i="1" u="none" strike="noStrike" kern="1200" cap="none" spc="0" normalizeH="0" baseline="0" noProof="0">
                                  <a:ln>
                                    <a:noFill/>
                                  </a:ln>
                                  <a:solidFill>
                                    <a:srgbClr val="00B050"/>
                                  </a:solidFill>
                                  <a:effectLst/>
                                  <a:uLnTx/>
                                  <a:uFillTx/>
                                  <a:latin typeface="Cambria Math" panose="02040503050406030204" pitchFamily="18" charset="0"/>
                                  <a:ea typeface="ＭＳ Ｐゴシック" panose="020B0600070205080204" pitchFamily="50" charset="-128"/>
                                  <a:cs typeface="+mn-cs"/>
                                </a:rPr>
                              </m:ctrlPr>
                            </m:fPr>
                            <m:num>
                              <m:r>
                                <a:rPr kumimoji="0" lang="en-US" altLang="ja-JP" sz="2000" b="1" i="1" u="none" strike="noStrike" kern="1200" cap="none" spc="0" normalizeH="0" baseline="0" noProof="0">
                                  <a:ln>
                                    <a:noFill/>
                                  </a:ln>
                                  <a:solidFill>
                                    <a:srgbClr val="00B050"/>
                                  </a:solidFill>
                                  <a:effectLst/>
                                  <a:uLnTx/>
                                  <a:uFillTx/>
                                  <a:latin typeface="Cambria Math" panose="02040503050406030204" pitchFamily="18" charset="0"/>
                                  <a:ea typeface="ＭＳ Ｐゴシック" panose="020B0600070205080204" pitchFamily="50" charset="-128"/>
                                  <a:cs typeface="+mn-cs"/>
                                </a:rPr>
                                <m:t>𝟏</m:t>
                              </m:r>
                            </m:num>
                            <m:den>
                              <m:r>
                                <a:rPr kumimoji="0" lang="en-US" altLang="ja-JP" sz="2000" b="1" i="1" u="none" strike="noStrike" kern="1200" cap="none" spc="0" normalizeH="0" baseline="0" noProof="0">
                                  <a:ln>
                                    <a:noFill/>
                                  </a:ln>
                                  <a:solidFill>
                                    <a:srgbClr val="00B050"/>
                                  </a:solidFill>
                                  <a:effectLst/>
                                  <a:uLnTx/>
                                  <a:uFillTx/>
                                  <a:latin typeface="Cambria Math" panose="02040503050406030204" pitchFamily="18" charset="0"/>
                                  <a:ea typeface="ＭＳ Ｐゴシック" panose="020B0600070205080204" pitchFamily="50" charset="-128"/>
                                  <a:cs typeface="+mn-cs"/>
                                </a:rPr>
                                <m:t>𝑵</m:t>
                              </m:r>
                            </m:den>
                          </m:f>
                          <m:r>
                            <a:rPr kumimoji="0" lang="en-US" altLang="ja-JP" sz="2000" b="1" i="1" u="none" strike="noStrike" kern="1200" cap="none" spc="0" normalizeH="0" baseline="0" noProof="0">
                              <a:ln>
                                <a:noFill/>
                              </a:ln>
                              <a:solidFill>
                                <a:srgbClr val="00B050"/>
                              </a:solidFill>
                              <a:effectLst/>
                              <a:uLnTx/>
                              <a:uFillTx/>
                              <a:latin typeface="Cambria Math" panose="02040503050406030204" pitchFamily="18" charset="0"/>
                              <a:ea typeface="ＭＳ Ｐゴシック" panose="020B0600070205080204" pitchFamily="50" charset="-128"/>
                              <a:cs typeface="+mn-cs"/>
                            </a:rPr>
                            <m:t>𝒖</m:t>
                          </m:r>
                        </m:e>
                        <m:sub>
                          <m:r>
                            <a:rPr kumimoji="0" lang="en-US" altLang="ja-JP" sz="2000" b="1" i="0" u="none" strike="noStrike" kern="1200" cap="none" spc="0" normalizeH="0" baseline="0" noProof="0">
                              <a:ln>
                                <a:noFill/>
                              </a:ln>
                              <a:solidFill>
                                <a:srgbClr val="00B050"/>
                              </a:solidFill>
                              <a:effectLst/>
                              <a:uLnTx/>
                              <a:uFillTx/>
                              <a:latin typeface="Cambria Math" panose="02040503050406030204" pitchFamily="18" charset="0"/>
                              <a:ea typeface="ＭＳ Ｐゴシック" panose="020B0600070205080204" pitchFamily="50" charset="-128"/>
                              <a:cs typeface="+mn-cs"/>
                            </a:rPr>
                            <m:t>𝐬</m:t>
                          </m:r>
                          <m:r>
                            <a:rPr kumimoji="0" lang="en-US" altLang="ja-JP" sz="2000" b="1" i="0" u="none" strike="noStrike" kern="1200" cap="none" spc="0" normalizeH="0" baseline="0" noProof="0" smtClean="0">
                              <a:ln>
                                <a:noFill/>
                              </a:ln>
                              <a:solidFill>
                                <a:srgbClr val="00B050"/>
                              </a:solidFill>
                              <a:effectLst/>
                              <a:uLnTx/>
                              <a:uFillTx/>
                              <a:latin typeface="Cambria Math" panose="02040503050406030204" pitchFamily="18" charset="0"/>
                              <a:ea typeface="ＭＳ Ｐゴシック" panose="020B0600070205080204" pitchFamily="50" charset="-128"/>
                              <a:cs typeface="+mn-cs"/>
                            </a:rPr>
                            <m:t>𝐭𝐚𝐭</m:t>
                          </m:r>
                        </m:sub>
                        <m:sup>
                          <m:r>
                            <a:rPr kumimoji="0" lang="en-US" altLang="ja-JP" sz="2000" b="1" i="1" u="none" strike="noStrike" kern="1200" cap="none" spc="0" normalizeH="0" baseline="0" noProof="0">
                              <a:ln>
                                <a:noFill/>
                              </a:ln>
                              <a:solidFill>
                                <a:srgbClr val="00B050"/>
                              </a:solidFill>
                              <a:effectLst/>
                              <a:uLnTx/>
                              <a:uFillTx/>
                              <a:latin typeface="Cambria Math" panose="02040503050406030204" pitchFamily="18" charset="0"/>
                              <a:ea typeface="ＭＳ Ｐゴシック" panose="020B0600070205080204" pitchFamily="50" charset="-128"/>
                              <a:cs typeface="+mn-cs"/>
                            </a:rPr>
                            <m:t>𝟐</m:t>
                          </m:r>
                        </m:sup>
                      </m:sSubSup>
                    </m:oMath>
                  </m:oMathPara>
                </a14:m>
                <a:endParaRPr kumimoji="0" lang="ja-JP" altLang="en-US" sz="2000" b="1" i="0" u="none" strike="noStrike" kern="1200" cap="none" spc="0" normalizeH="0" baseline="0" noProof="0" dirty="0">
                  <a:ln>
                    <a:noFill/>
                  </a:ln>
                  <a:solidFill>
                    <a:srgbClr val="3333CC"/>
                  </a:solidFill>
                  <a:effectLst/>
                  <a:uLnTx/>
                  <a:uFillTx/>
                  <a:latin typeface="Arial" panose="020B0604020202020204" pitchFamily="34" charset="0"/>
                  <a:ea typeface="ＭＳ Ｐゴシック" panose="020B0600070205080204" pitchFamily="50" charset="-128"/>
                  <a:cs typeface="+mn-cs"/>
                </a:endParaRPr>
              </a:p>
            </p:txBody>
          </p:sp>
        </mc:Choice>
        <mc:Fallback xmlns="">
          <p:sp>
            <p:nvSpPr>
              <p:cNvPr id="11" name="テキスト ボックス 10">
                <a:extLst>
                  <a:ext uri="{FF2B5EF4-FFF2-40B4-BE49-F238E27FC236}">
                    <a16:creationId xmlns:a16="http://schemas.microsoft.com/office/drawing/2014/main" id="{9D6657CC-F099-47F6-9312-0E01C2F8CE3C}"/>
                  </a:ext>
                </a:extLst>
              </p:cNvPr>
              <p:cNvSpPr txBox="1">
                <a:spLocks noRot="1" noChangeAspect="1" noMove="1" noResize="1" noEditPoints="1" noAdjustHandles="1" noChangeArrowheads="1" noChangeShapeType="1" noTextEdit="1"/>
              </p:cNvSpPr>
              <p:nvPr/>
            </p:nvSpPr>
            <p:spPr>
              <a:xfrm>
                <a:off x="5644671" y="4012165"/>
                <a:ext cx="2277611" cy="576183"/>
              </a:xfrm>
              <a:prstGeom prst="rect">
                <a:avLst/>
              </a:prstGeom>
              <a:blipFill>
                <a:blip r:embed="rId3"/>
                <a:stretch>
                  <a:fillRect/>
                </a:stretch>
              </a:blipFill>
            </p:spPr>
            <p:txBody>
              <a:bodyPr/>
              <a:lstStyle/>
              <a:p>
                <a:r>
                  <a:rPr lang="ja-JP" altLang="en-US">
                    <a:noFill/>
                  </a:rPr>
                  <a:t> </a:t>
                </a:r>
              </a:p>
            </p:txBody>
          </p:sp>
        </mc:Fallback>
      </mc:AlternateContent>
      <p:sp>
        <p:nvSpPr>
          <p:cNvPr id="12" name="テキスト ボックス 11">
            <a:extLst>
              <a:ext uri="{FF2B5EF4-FFF2-40B4-BE49-F238E27FC236}">
                <a16:creationId xmlns:a16="http://schemas.microsoft.com/office/drawing/2014/main" id="{74FC3603-A362-4C29-A7E3-7871B027C4C2}"/>
              </a:ext>
            </a:extLst>
          </p:cNvPr>
          <p:cNvSpPr txBox="1"/>
          <p:nvPr/>
        </p:nvSpPr>
        <p:spPr>
          <a:xfrm>
            <a:off x="4497970" y="4735994"/>
            <a:ext cx="1351102"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srgbClr val="3333CC"/>
                </a:solidFill>
                <a:effectLst/>
                <a:uLnTx/>
                <a:uFillTx/>
                <a:latin typeface="Arial"/>
                <a:ea typeface="+mn-ea"/>
                <a:cs typeface="+mn-cs"/>
              </a:rPr>
              <a:t>全不確かさ </a:t>
            </a:r>
            <a:r>
              <a:rPr lang="en-US" altLang="ja-JP" dirty="0">
                <a:solidFill>
                  <a:srgbClr val="3333CC"/>
                </a:solidFill>
                <a:latin typeface="Arial"/>
                <a:ea typeface="+mn-ea"/>
              </a:rPr>
              <a:t>(0.5553)</a:t>
            </a:r>
            <a:endParaRPr kumimoji="1" lang="ja-JP" altLang="en-US" sz="1800" b="0" i="0" u="none" strike="noStrike" kern="1200" cap="none" spc="0" normalizeH="0" baseline="0" noProof="0" dirty="0">
              <a:ln>
                <a:noFill/>
              </a:ln>
              <a:solidFill>
                <a:srgbClr val="3333CC"/>
              </a:solidFill>
              <a:effectLst/>
              <a:uLnTx/>
              <a:uFillTx/>
              <a:latin typeface="Arial"/>
              <a:ea typeface="+mn-ea"/>
              <a:cs typeface="+mn-cs"/>
            </a:endParaRPr>
          </a:p>
        </p:txBody>
      </p:sp>
      <p:sp>
        <p:nvSpPr>
          <p:cNvPr id="13" name="テキスト ボックス 12">
            <a:extLst>
              <a:ext uri="{FF2B5EF4-FFF2-40B4-BE49-F238E27FC236}">
                <a16:creationId xmlns:a16="http://schemas.microsoft.com/office/drawing/2014/main" id="{B16ACC34-C1A1-4AD9-84A6-562D518EC5A1}"/>
              </a:ext>
            </a:extLst>
          </p:cNvPr>
          <p:cNvSpPr txBox="1"/>
          <p:nvPr/>
        </p:nvSpPr>
        <p:spPr>
          <a:xfrm>
            <a:off x="5793172" y="5341500"/>
            <a:ext cx="1745991"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srgbClr val="FF0000"/>
                </a:solidFill>
                <a:effectLst/>
                <a:uLnTx/>
                <a:uFillTx/>
                <a:latin typeface="Arial"/>
                <a:ea typeface="+mn-ea"/>
                <a:cs typeface="+mn-cs"/>
              </a:rPr>
              <a:t>系統的不確かさ</a:t>
            </a:r>
            <a:endParaRPr kumimoji="1" lang="en-US" altLang="ja-JP" sz="1800" b="0" i="0" u="none" strike="noStrike" kern="1200" cap="none" spc="0" normalizeH="0" baseline="0" noProof="0" dirty="0">
              <a:ln>
                <a:noFill/>
              </a:ln>
              <a:solidFill>
                <a:srgbClr val="FF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dirty="0">
                <a:solidFill>
                  <a:srgbClr val="FF0000"/>
                </a:solidFill>
                <a:latin typeface="Arial"/>
                <a:ea typeface="+mn-ea"/>
              </a:rPr>
              <a:t>(</a:t>
            </a:r>
            <a:r>
              <a:rPr kumimoji="1" lang="en-US" altLang="ja-JP" sz="1800" b="0" i="0" u="none" strike="noStrike" kern="1200" cap="none" spc="0" normalizeH="0" baseline="0" noProof="0" dirty="0">
                <a:ln>
                  <a:noFill/>
                </a:ln>
                <a:solidFill>
                  <a:srgbClr val="FF0000"/>
                </a:solidFill>
                <a:effectLst/>
                <a:uLnTx/>
                <a:uFillTx/>
                <a:latin typeface="Arial"/>
                <a:ea typeface="+mn-ea"/>
                <a:cs typeface="+mn-cs"/>
              </a:rPr>
              <a:t>0.5481</a:t>
            </a:r>
            <a:r>
              <a:rPr lang="en-US" altLang="ja-JP" dirty="0">
                <a:solidFill>
                  <a:srgbClr val="FF0000"/>
                </a:solidFill>
                <a:latin typeface="Arial"/>
                <a:ea typeface="+mn-ea"/>
              </a:rPr>
              <a:t>)</a:t>
            </a:r>
            <a:endParaRPr kumimoji="1" lang="ja-JP" altLang="en-US" sz="1800" b="0" i="0" u="none" strike="noStrike" kern="1200" cap="none" spc="0" normalizeH="0" baseline="0" noProof="0" dirty="0">
              <a:ln>
                <a:noFill/>
              </a:ln>
              <a:solidFill>
                <a:srgbClr val="FF0000"/>
              </a:solidFill>
              <a:effectLst/>
              <a:uLnTx/>
              <a:uFillTx/>
              <a:latin typeface="Arial"/>
              <a:ea typeface="+mn-ea"/>
              <a:cs typeface="+mn-cs"/>
            </a:endParaRPr>
          </a:p>
        </p:txBody>
      </p:sp>
      <p:sp>
        <p:nvSpPr>
          <p:cNvPr id="14" name="テキスト ボックス 13">
            <a:extLst>
              <a:ext uri="{FF2B5EF4-FFF2-40B4-BE49-F238E27FC236}">
                <a16:creationId xmlns:a16="http://schemas.microsoft.com/office/drawing/2014/main" id="{FB3B4E6E-06C0-46F6-BB01-CE140783131C}"/>
              </a:ext>
            </a:extLst>
          </p:cNvPr>
          <p:cNvSpPr txBox="1"/>
          <p:nvPr/>
        </p:nvSpPr>
        <p:spPr>
          <a:xfrm>
            <a:off x="6900785" y="4665433"/>
            <a:ext cx="1107996"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srgbClr val="00B050"/>
                </a:solidFill>
                <a:effectLst/>
                <a:uLnTx/>
                <a:uFillTx/>
                <a:latin typeface="Arial"/>
                <a:ea typeface="+mn-ea"/>
                <a:cs typeface="+mn-cs"/>
              </a:rPr>
              <a:t>統計誤差</a:t>
            </a:r>
            <a:endParaRPr kumimoji="1" lang="en-US" altLang="ja-JP" sz="1800" b="0" i="0" u="none" strike="noStrike" kern="1200" cap="none" spc="0" normalizeH="0" baseline="0" noProof="0" dirty="0">
              <a:ln>
                <a:noFill/>
              </a:ln>
              <a:solidFill>
                <a:srgbClr val="00B05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dirty="0">
                <a:solidFill>
                  <a:srgbClr val="00B050"/>
                </a:solidFill>
                <a:latin typeface="Arial"/>
                <a:ea typeface="+mn-ea"/>
              </a:rPr>
              <a:t>(</a:t>
            </a:r>
            <a:r>
              <a:rPr kumimoji="1" lang="en-US" altLang="ja-JP" sz="1800" b="0" i="0" u="none" strike="noStrike" kern="1200" cap="none" spc="0" normalizeH="0" baseline="0" noProof="0" dirty="0">
                <a:ln>
                  <a:noFill/>
                </a:ln>
                <a:solidFill>
                  <a:srgbClr val="00B050"/>
                </a:solidFill>
                <a:effectLst/>
                <a:uLnTx/>
                <a:uFillTx/>
                <a:latin typeface="Arial"/>
                <a:ea typeface="+mn-ea"/>
                <a:cs typeface="+mn-cs"/>
              </a:rPr>
              <a:t>0.0894</a:t>
            </a:r>
            <a:r>
              <a:rPr lang="en-US" altLang="ja-JP" dirty="0">
                <a:solidFill>
                  <a:srgbClr val="00B050"/>
                </a:solidFill>
                <a:latin typeface="Arial"/>
                <a:ea typeface="+mn-ea"/>
              </a:rPr>
              <a:t>)</a:t>
            </a:r>
            <a:endParaRPr kumimoji="1" lang="ja-JP" altLang="en-US" sz="1800" b="0" i="0" u="none" strike="noStrike" kern="1200" cap="none" spc="0" normalizeH="0" baseline="0" noProof="0" dirty="0">
              <a:ln>
                <a:noFill/>
              </a:ln>
              <a:solidFill>
                <a:srgbClr val="00B050"/>
              </a:solidFill>
              <a:effectLst/>
              <a:uLnTx/>
              <a:uFillTx/>
              <a:latin typeface="Arial"/>
              <a:ea typeface="+mn-ea"/>
              <a:cs typeface="+mn-cs"/>
            </a:endParaRPr>
          </a:p>
        </p:txBody>
      </p:sp>
      <p:cxnSp>
        <p:nvCxnSpPr>
          <p:cNvPr id="15" name="直線コネクタ 14">
            <a:extLst>
              <a:ext uri="{FF2B5EF4-FFF2-40B4-BE49-F238E27FC236}">
                <a16:creationId xmlns:a16="http://schemas.microsoft.com/office/drawing/2014/main" id="{79BA251A-B9EB-4775-A2D7-E1759D8545C7}"/>
              </a:ext>
            </a:extLst>
          </p:cNvPr>
          <p:cNvCxnSpPr>
            <a:cxnSpLocks/>
          </p:cNvCxnSpPr>
          <p:nvPr/>
        </p:nvCxnSpPr>
        <p:spPr bwMode="auto">
          <a:xfrm flipV="1">
            <a:off x="7017607" y="4629664"/>
            <a:ext cx="817429" cy="7598"/>
          </a:xfrm>
          <a:prstGeom prst="line">
            <a:avLst/>
          </a:prstGeom>
          <a:ln w="19050">
            <a:solidFill>
              <a:srgbClr val="00B050"/>
            </a:solidFill>
            <a:headEnd type="none" w="med" len="med"/>
            <a:tailEnd type="none" w="med" len="med"/>
          </a:ln>
        </p:spPr>
        <p:style>
          <a:lnRef idx="1">
            <a:schemeClr val="accent6"/>
          </a:lnRef>
          <a:fillRef idx="0">
            <a:schemeClr val="accent6"/>
          </a:fillRef>
          <a:effectRef idx="0">
            <a:schemeClr val="accent6"/>
          </a:effectRef>
          <a:fontRef idx="minor">
            <a:schemeClr val="tx1"/>
          </a:fontRef>
        </p:style>
      </p:cxnSp>
      <p:cxnSp>
        <p:nvCxnSpPr>
          <p:cNvPr id="16" name="直線矢印コネクタ 15">
            <a:extLst>
              <a:ext uri="{FF2B5EF4-FFF2-40B4-BE49-F238E27FC236}">
                <a16:creationId xmlns:a16="http://schemas.microsoft.com/office/drawing/2014/main" id="{777DAB2C-3DDE-4ACE-A83F-540C1014BDDD}"/>
              </a:ext>
            </a:extLst>
          </p:cNvPr>
          <p:cNvCxnSpPr>
            <a:cxnSpLocks/>
          </p:cNvCxnSpPr>
          <p:nvPr/>
        </p:nvCxnSpPr>
        <p:spPr bwMode="auto">
          <a:xfrm flipV="1">
            <a:off x="6232744" y="4581250"/>
            <a:ext cx="313215" cy="760250"/>
          </a:xfrm>
          <a:prstGeom prst="straightConnector1">
            <a:avLst/>
          </a:prstGeom>
          <a:ln w="19050">
            <a:solidFill>
              <a:srgbClr val="FF0000"/>
            </a:solidFill>
            <a:headEnd type="none" w="med" len="med"/>
            <a:tailEnd type="triangle"/>
          </a:ln>
        </p:spPr>
        <p:style>
          <a:lnRef idx="1">
            <a:schemeClr val="accent6"/>
          </a:lnRef>
          <a:fillRef idx="0">
            <a:schemeClr val="accent6"/>
          </a:fillRef>
          <a:effectRef idx="0">
            <a:schemeClr val="accent6"/>
          </a:effectRef>
          <a:fontRef idx="minor">
            <a:schemeClr val="tx1"/>
          </a:fontRef>
        </p:style>
      </p:cxnSp>
      <p:cxnSp>
        <p:nvCxnSpPr>
          <p:cNvPr id="17" name="直線矢印コネクタ 16">
            <a:extLst>
              <a:ext uri="{FF2B5EF4-FFF2-40B4-BE49-F238E27FC236}">
                <a16:creationId xmlns:a16="http://schemas.microsoft.com/office/drawing/2014/main" id="{0970AAFB-A173-4D18-AD2E-2DF6A36A5432}"/>
              </a:ext>
            </a:extLst>
          </p:cNvPr>
          <p:cNvCxnSpPr>
            <a:cxnSpLocks/>
          </p:cNvCxnSpPr>
          <p:nvPr/>
        </p:nvCxnSpPr>
        <p:spPr bwMode="auto">
          <a:xfrm flipV="1">
            <a:off x="5311265" y="4557274"/>
            <a:ext cx="486124" cy="219545"/>
          </a:xfrm>
          <a:prstGeom prst="straightConnector1">
            <a:avLst/>
          </a:prstGeom>
          <a:ln w="19050">
            <a:solidFill>
              <a:schemeClr val="accent2"/>
            </a:solidFill>
            <a:headEnd type="none" w="med" len="med"/>
            <a:tailEnd type="triangle"/>
          </a:ln>
        </p:spPr>
        <p:style>
          <a:lnRef idx="1">
            <a:schemeClr val="accent6"/>
          </a:lnRef>
          <a:fillRef idx="0">
            <a:schemeClr val="accent6"/>
          </a:fillRef>
          <a:effectRef idx="0">
            <a:schemeClr val="accent6"/>
          </a:effectRef>
          <a:fontRef idx="minor">
            <a:schemeClr val="tx1"/>
          </a:fontRef>
        </p:style>
      </p:cxnSp>
      <p:sp>
        <p:nvSpPr>
          <p:cNvPr id="43" name="テキスト ボックス 42">
            <a:extLst>
              <a:ext uri="{FF2B5EF4-FFF2-40B4-BE49-F238E27FC236}">
                <a16:creationId xmlns:a16="http://schemas.microsoft.com/office/drawing/2014/main" id="{4CFA8422-2787-423F-8420-AA14DCF7FB6A}"/>
              </a:ext>
            </a:extLst>
          </p:cNvPr>
          <p:cNvSpPr txBox="1"/>
          <p:nvPr/>
        </p:nvSpPr>
        <p:spPr>
          <a:xfrm>
            <a:off x="171779" y="843602"/>
            <a:ext cx="8856408" cy="1400383"/>
          </a:xfrm>
          <a:prstGeom prst="rect">
            <a:avLst/>
          </a:prstGeom>
          <a:noFill/>
        </p:spPr>
        <p:txBody>
          <a:bodyPr wrap="square">
            <a:spAutoFit/>
          </a:bodyPr>
          <a:lstStyle/>
          <a:p>
            <a:pPr marL="324000" indent="-324000" eaLnBrk="1" hangingPunct="1">
              <a:spcBef>
                <a:spcPts val="600"/>
              </a:spcBef>
              <a:buFont typeface="Wingdings" panose="05000000000000000000" pitchFamily="2" charset="2"/>
              <a:buChar char="ü"/>
              <a:defRPr/>
            </a:pPr>
            <a:r>
              <a:rPr lang="en-US" altLang="ja-JP" sz="2000" dirty="0">
                <a:solidFill>
                  <a:schemeClr val="accent2"/>
                </a:solidFill>
                <a:cs typeface="Arial" pitchFamily="34" charset="0"/>
              </a:rPr>
              <a:t>[</a:t>
            </a:r>
            <a:r>
              <a:rPr lang="en-US" altLang="ja-JP" sz="2000" dirty="0" err="1">
                <a:solidFill>
                  <a:schemeClr val="accent2"/>
                </a:solidFill>
                <a:cs typeface="Arial" pitchFamily="34" charset="0"/>
              </a:rPr>
              <a:t>anatally</a:t>
            </a:r>
            <a:r>
              <a:rPr lang="en-US" altLang="ja-JP" sz="2000" dirty="0">
                <a:solidFill>
                  <a:schemeClr val="accent2"/>
                </a:solidFill>
                <a:cs typeface="Arial" pitchFamily="34" charset="0"/>
              </a:rPr>
              <a:t>]</a:t>
            </a:r>
            <a:r>
              <a:rPr lang="en-US" altLang="ja-JP" sz="2000" dirty="0">
                <a:cs typeface="Arial" pitchFamily="34" charset="0"/>
              </a:rPr>
              <a:t>: </a:t>
            </a:r>
            <a:r>
              <a:rPr lang="ja-JP" altLang="en-US" sz="2000" dirty="0">
                <a:cs typeface="Arial" pitchFamily="34" charset="0"/>
              </a:rPr>
              <a:t>複数のタリー結果をまとめて解析する専用タリー。</a:t>
            </a:r>
            <a:r>
              <a:rPr lang="en-US" altLang="ja-JP" sz="2000" dirty="0">
                <a:cs typeface="Arial" pitchFamily="34" charset="0"/>
              </a:rPr>
              <a:t>ANOVA</a:t>
            </a:r>
            <a:r>
              <a:rPr lang="ja-JP" altLang="en-US" sz="2000" dirty="0">
                <a:cs typeface="Arial" pitchFamily="34" charset="0"/>
              </a:rPr>
              <a:t>もしくはユーザーが独自に定義した関数*を使う方法がある</a:t>
            </a:r>
            <a:endParaRPr lang="en-US" altLang="ja-JP" sz="2000" dirty="0">
              <a:cs typeface="Arial" pitchFamily="34" charset="0"/>
            </a:endParaRPr>
          </a:p>
          <a:p>
            <a:pPr marL="324000" indent="-324000" eaLnBrk="1" hangingPunct="1">
              <a:spcBef>
                <a:spcPts val="600"/>
              </a:spcBef>
              <a:buFont typeface="Wingdings" panose="05000000000000000000" pitchFamily="2" charset="2"/>
              <a:buChar char="ü"/>
              <a:defRPr/>
            </a:pPr>
            <a:r>
              <a:rPr lang="en-US" altLang="ja-JP" sz="2000" dirty="0">
                <a:solidFill>
                  <a:schemeClr val="accent2"/>
                </a:solidFill>
                <a:cs typeface="Arial" pitchFamily="34" charset="0"/>
              </a:rPr>
              <a:t>ANOVA (</a:t>
            </a:r>
            <a:r>
              <a:rPr lang="en-US" altLang="ja-JP" sz="2000" dirty="0" err="1">
                <a:solidFill>
                  <a:srgbClr val="FF0000"/>
                </a:solidFill>
                <a:cs typeface="Arial" pitchFamily="34" charset="0"/>
              </a:rPr>
              <a:t>AN</a:t>
            </a:r>
            <a:r>
              <a:rPr lang="en-US" altLang="ja-JP" sz="2000" dirty="0" err="1">
                <a:solidFill>
                  <a:schemeClr val="accent2"/>
                </a:solidFill>
                <a:cs typeface="Arial" pitchFamily="34" charset="0"/>
              </a:rPr>
              <a:t>alysis</a:t>
            </a:r>
            <a:r>
              <a:rPr lang="en-US" altLang="ja-JP" sz="2000" dirty="0">
                <a:solidFill>
                  <a:schemeClr val="accent2"/>
                </a:solidFill>
                <a:cs typeface="Arial" pitchFamily="34" charset="0"/>
              </a:rPr>
              <a:t> </a:t>
            </a:r>
            <a:r>
              <a:rPr lang="en-US" altLang="ja-JP" sz="2000" dirty="0">
                <a:solidFill>
                  <a:srgbClr val="FF0000"/>
                </a:solidFill>
                <a:cs typeface="Arial" pitchFamily="34" charset="0"/>
              </a:rPr>
              <a:t>O</a:t>
            </a:r>
            <a:r>
              <a:rPr lang="en-US" altLang="ja-JP" sz="2000" dirty="0">
                <a:solidFill>
                  <a:schemeClr val="accent2"/>
                </a:solidFill>
                <a:cs typeface="Arial" pitchFamily="34" charset="0"/>
              </a:rPr>
              <a:t>f </a:t>
            </a:r>
            <a:r>
              <a:rPr lang="en-US" altLang="ja-JP" sz="2000" dirty="0" err="1">
                <a:solidFill>
                  <a:srgbClr val="FF0000"/>
                </a:solidFill>
                <a:cs typeface="Arial" pitchFamily="34" charset="0"/>
              </a:rPr>
              <a:t>VA</a:t>
            </a:r>
            <a:r>
              <a:rPr lang="en-US" altLang="ja-JP" sz="2000" dirty="0" err="1">
                <a:solidFill>
                  <a:schemeClr val="accent2"/>
                </a:solidFill>
                <a:cs typeface="Arial" pitchFamily="34" charset="0"/>
              </a:rPr>
              <a:t>riance</a:t>
            </a:r>
            <a:r>
              <a:rPr lang="en-US" altLang="ja-JP" sz="2000" dirty="0">
                <a:solidFill>
                  <a:schemeClr val="accent2"/>
                </a:solidFill>
                <a:cs typeface="Arial" pitchFamily="34" charset="0"/>
              </a:rPr>
              <a:t>)</a:t>
            </a:r>
            <a:r>
              <a:rPr lang="en-US" altLang="ja-JP" sz="2000" dirty="0">
                <a:cs typeface="Arial" pitchFamily="34" charset="0"/>
              </a:rPr>
              <a:t>: </a:t>
            </a:r>
            <a:r>
              <a:rPr lang="ja-JP" altLang="en-US" sz="2000" dirty="0">
                <a:cs typeface="Arial" pitchFamily="34" charset="0"/>
              </a:rPr>
              <a:t>平均値とその分散について解析する様々な統計モデルを集約したツール</a:t>
            </a:r>
            <a:endParaRPr lang="en-US" altLang="ja-JP" sz="2000" dirty="0">
              <a:cs typeface="Arial" pitchFamily="34" charset="0"/>
            </a:endParaRPr>
          </a:p>
        </p:txBody>
      </p:sp>
      <p:sp>
        <p:nvSpPr>
          <p:cNvPr id="46" name="Rectangle 8">
            <a:extLst>
              <a:ext uri="{FF2B5EF4-FFF2-40B4-BE49-F238E27FC236}">
                <a16:creationId xmlns:a16="http://schemas.microsoft.com/office/drawing/2014/main" id="{F1CC0CDB-8F2B-4214-B14E-222B0F645374}"/>
              </a:ext>
            </a:extLst>
          </p:cNvPr>
          <p:cNvSpPr txBox="1">
            <a:spLocks noChangeArrowheads="1"/>
          </p:cNvSpPr>
          <p:nvPr/>
        </p:nvSpPr>
        <p:spPr bwMode="auto">
          <a:xfrm>
            <a:off x="459936" y="2402233"/>
            <a:ext cx="8158862" cy="838516"/>
          </a:xfrm>
          <a:prstGeom prst="rect">
            <a:avLst/>
          </a:prstGeom>
          <a:solidFill>
            <a:schemeClr val="accent2"/>
          </a:solidFill>
          <a:ln w="19050">
            <a:solidFill>
              <a:schemeClr val="accent4"/>
            </a:solidFill>
          </a:ln>
          <a:effectLst>
            <a:outerShdw blurRad="50800" dist="38100" dir="2700000" algn="tl" rotWithShape="0">
              <a:prstClr val="black">
                <a:alpha val="40000"/>
              </a:prstClr>
            </a:outerShdw>
          </a:effectLst>
        </p:spPr>
        <p:txBody>
          <a:bodyPr/>
          <a:lstStyle>
            <a:lvl1pPr>
              <a:spcBef>
                <a:spcPct val="20000"/>
              </a:spcBef>
              <a:buChar char="•"/>
              <a:defRPr kumimoji="1" sz="3200">
                <a:solidFill>
                  <a:schemeClr val="tx1"/>
                </a:solidFill>
                <a:latin typeface="Times New Roman" pitchFamily="18" charset="0"/>
                <a:ea typeface="ＭＳ Ｐゴシック" pitchFamily="50" charset="-128"/>
              </a:defRPr>
            </a:lvl1pPr>
            <a:lvl2pPr marL="742950" indent="-285750">
              <a:spcBef>
                <a:spcPct val="20000"/>
              </a:spcBef>
              <a:buChar char="–"/>
              <a:defRPr kumimoji="1" sz="2800">
                <a:solidFill>
                  <a:schemeClr val="tx1"/>
                </a:solidFill>
                <a:latin typeface="Times New Roman" pitchFamily="18" charset="0"/>
                <a:ea typeface="ＭＳ Ｐゴシック" pitchFamily="50" charset="-128"/>
              </a:defRPr>
            </a:lvl2pPr>
            <a:lvl3pPr marL="1143000" indent="-228600">
              <a:spcBef>
                <a:spcPct val="20000"/>
              </a:spcBef>
              <a:buChar char="•"/>
              <a:defRPr kumimoji="1" sz="2400">
                <a:solidFill>
                  <a:schemeClr val="tx1"/>
                </a:solidFill>
                <a:latin typeface="Times New Roman" pitchFamily="18" charset="0"/>
                <a:ea typeface="ＭＳ Ｐゴシック" pitchFamily="50" charset="-128"/>
              </a:defRPr>
            </a:lvl3pPr>
            <a:lvl4pPr marL="1600200" indent="-228600">
              <a:spcBef>
                <a:spcPct val="20000"/>
              </a:spcBef>
              <a:buChar char="–"/>
              <a:defRPr kumimoji="1" sz="2000">
                <a:solidFill>
                  <a:schemeClr val="tx1"/>
                </a:solidFill>
                <a:latin typeface="Times New Roman" pitchFamily="18" charset="0"/>
                <a:ea typeface="ＭＳ Ｐゴシック" pitchFamily="50" charset="-128"/>
              </a:defRPr>
            </a:lvl4pPr>
            <a:lvl5pPr marL="2057400" indent="-22860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buFontTx/>
              <a:buNone/>
              <a:defRPr/>
            </a:pPr>
            <a:r>
              <a:rPr lang="en-US" altLang="ja-JP" sz="2400" b="1" dirty="0">
                <a:solidFill>
                  <a:srgbClr val="FFFF00"/>
                </a:solidFill>
                <a:latin typeface="+mn-lt"/>
              </a:rPr>
              <a:t>PHITS</a:t>
            </a:r>
            <a:r>
              <a:rPr lang="ja-JP" altLang="en-US" sz="2400" b="1" dirty="0">
                <a:solidFill>
                  <a:srgbClr val="FFFF00"/>
                </a:solidFill>
                <a:latin typeface="+mn-lt"/>
              </a:rPr>
              <a:t>では、</a:t>
            </a:r>
            <a:r>
              <a:rPr lang="en-US" altLang="ja-JP" sz="2400" b="1" dirty="0">
                <a:solidFill>
                  <a:srgbClr val="FFFF00"/>
                </a:solidFill>
                <a:latin typeface="+mn-lt"/>
              </a:rPr>
              <a:t>ANOVA</a:t>
            </a:r>
            <a:r>
              <a:rPr lang="ja-JP" altLang="en-US" sz="2400" b="1" dirty="0">
                <a:solidFill>
                  <a:srgbClr val="FFFF00"/>
                </a:solidFill>
                <a:latin typeface="+mn-lt"/>
              </a:rPr>
              <a:t>は</a:t>
            </a:r>
            <a:r>
              <a:rPr lang="en-US" altLang="ja-JP" sz="2400" b="1" dirty="0">
                <a:solidFill>
                  <a:srgbClr val="FFFF00"/>
                </a:solidFill>
                <a:latin typeface="+mn-lt"/>
              </a:rPr>
              <a:t>autorun</a:t>
            </a:r>
            <a:r>
              <a:rPr lang="ja-JP" altLang="en-US" sz="2400" b="1" dirty="0">
                <a:solidFill>
                  <a:srgbClr val="FFFF00"/>
                </a:solidFill>
                <a:latin typeface="+mn-lt"/>
              </a:rPr>
              <a:t>で変化させた</a:t>
            </a:r>
            <a:r>
              <a:rPr lang="en-US" altLang="ja-JP" sz="2400" b="1" dirty="0">
                <a:solidFill>
                  <a:srgbClr val="FFFF00"/>
                </a:solidFill>
                <a:latin typeface="+mn-lt"/>
              </a:rPr>
              <a:t>c</a:t>
            </a:r>
            <a:r>
              <a:rPr lang="en-US" altLang="ja-JP" sz="2400" b="1" i="1" dirty="0">
                <a:solidFill>
                  <a:srgbClr val="FFFF00"/>
                </a:solidFill>
                <a:latin typeface="+mn-lt"/>
              </a:rPr>
              <a:t>i</a:t>
            </a:r>
            <a:r>
              <a:rPr lang="ja-JP" altLang="en-US" sz="2400" b="1" dirty="0">
                <a:solidFill>
                  <a:srgbClr val="FFFF00"/>
                </a:solidFill>
                <a:latin typeface="+mn-lt"/>
              </a:rPr>
              <a:t>パラメータの不確実性によるタリー結果の系統誤差を評価する目的で利用</a:t>
            </a:r>
            <a:endParaRPr lang="en-US" altLang="ja-JP" sz="2400" b="1" dirty="0">
              <a:solidFill>
                <a:srgbClr val="FFFF00"/>
              </a:solidFill>
              <a:latin typeface="+mn-lt"/>
            </a:endParaRPr>
          </a:p>
        </p:txBody>
      </p:sp>
      <p:graphicFrame>
        <p:nvGraphicFramePr>
          <p:cNvPr id="2" name="表 2">
            <a:extLst>
              <a:ext uri="{FF2B5EF4-FFF2-40B4-BE49-F238E27FC236}">
                <a16:creationId xmlns:a16="http://schemas.microsoft.com/office/drawing/2014/main" id="{10B3962F-80E7-40D4-AF8F-0A353025DEE9}"/>
              </a:ext>
            </a:extLst>
          </p:cNvPr>
          <p:cNvGraphicFramePr>
            <a:graphicFrameLocks noGrp="1"/>
          </p:cNvGraphicFramePr>
          <p:nvPr>
            <p:extLst>
              <p:ext uri="{D42A27DB-BD31-4B8C-83A1-F6EECF244321}">
                <p14:modId xmlns:p14="http://schemas.microsoft.com/office/powerpoint/2010/main" val="2123544874"/>
              </p:ext>
            </p:extLst>
          </p:nvPr>
        </p:nvGraphicFramePr>
        <p:xfrm>
          <a:off x="203992" y="3930388"/>
          <a:ext cx="3359896" cy="2225040"/>
        </p:xfrm>
        <a:graphic>
          <a:graphicData uri="http://schemas.openxmlformats.org/drawingml/2006/table">
            <a:tbl>
              <a:tblPr firstRow="1" bandRow="1">
                <a:tableStyleId>{21E4AEA4-8DFA-4A89-87EB-49C32662AFE0}</a:tableStyleId>
              </a:tblPr>
              <a:tblGrid>
                <a:gridCol w="839616">
                  <a:extLst>
                    <a:ext uri="{9D8B030D-6E8A-4147-A177-3AD203B41FA5}">
                      <a16:colId xmlns:a16="http://schemas.microsoft.com/office/drawing/2014/main" val="227680044"/>
                    </a:ext>
                  </a:extLst>
                </a:gridCol>
                <a:gridCol w="1224136">
                  <a:extLst>
                    <a:ext uri="{9D8B030D-6E8A-4147-A177-3AD203B41FA5}">
                      <a16:colId xmlns:a16="http://schemas.microsoft.com/office/drawing/2014/main" val="3447873431"/>
                    </a:ext>
                  </a:extLst>
                </a:gridCol>
                <a:gridCol w="1296144">
                  <a:extLst>
                    <a:ext uri="{9D8B030D-6E8A-4147-A177-3AD203B41FA5}">
                      <a16:colId xmlns:a16="http://schemas.microsoft.com/office/drawing/2014/main" val="420364058"/>
                    </a:ext>
                  </a:extLst>
                </a:gridCol>
              </a:tblGrid>
              <a:tr h="370840">
                <a:tc>
                  <a:txBody>
                    <a:bodyPr/>
                    <a:lstStyle/>
                    <a:p>
                      <a:pPr algn="ctr"/>
                      <a:r>
                        <a:rPr kumimoji="1" lang="en-US" altLang="ja-JP" dirty="0"/>
                        <a:t>c1</a:t>
                      </a:r>
                      <a:endParaRPr kumimoji="1" lang="ja-JP" altLang="en-US" dirty="0"/>
                    </a:p>
                  </a:txBody>
                  <a:tcPr/>
                </a:tc>
                <a:tc>
                  <a:txBody>
                    <a:bodyPr/>
                    <a:lstStyle/>
                    <a:p>
                      <a:pPr algn="ctr"/>
                      <a:r>
                        <a:rPr kumimoji="1" lang="en-US" altLang="ja-JP" dirty="0"/>
                        <a:t>Mean</a:t>
                      </a:r>
                      <a:endParaRPr kumimoji="1" lang="ja-JP" altLang="en-US" dirty="0"/>
                    </a:p>
                  </a:txBody>
                  <a:tcPr/>
                </a:tc>
                <a:tc>
                  <a:txBody>
                    <a:bodyPr/>
                    <a:lstStyle/>
                    <a:p>
                      <a:pPr algn="ctr"/>
                      <a:r>
                        <a:rPr kumimoji="1" lang="en-US" altLang="ja-JP" dirty="0" err="1"/>
                        <a:t>r.err</a:t>
                      </a:r>
                      <a:endParaRPr kumimoji="1" lang="ja-JP" altLang="en-US" dirty="0"/>
                    </a:p>
                  </a:txBody>
                  <a:tcPr/>
                </a:tc>
                <a:extLst>
                  <a:ext uri="{0D108BD9-81ED-4DB2-BD59-A6C34878D82A}">
                    <a16:rowId xmlns:a16="http://schemas.microsoft.com/office/drawing/2014/main" val="3870805037"/>
                  </a:ext>
                </a:extLst>
              </a:tr>
              <a:tr h="370840">
                <a:tc>
                  <a:txBody>
                    <a:bodyPr/>
                    <a:lstStyle/>
                    <a:p>
                      <a:pPr algn="ctr"/>
                      <a:r>
                        <a:rPr kumimoji="1" lang="en-US" altLang="ja-JP" dirty="0"/>
                        <a:t>2.0</a:t>
                      </a:r>
                      <a:endParaRPr kumimoji="1" lang="ja-JP" altLang="en-US" dirty="0"/>
                    </a:p>
                  </a:txBody>
                  <a:tcPr/>
                </a:tc>
                <a:tc>
                  <a:txBody>
                    <a:bodyPr/>
                    <a:lstStyle/>
                    <a:p>
                      <a:pPr algn="ctr"/>
                      <a:r>
                        <a:rPr kumimoji="1" lang="en-US" altLang="ja-JP" dirty="0"/>
                        <a:t>4.98e-2</a:t>
                      </a:r>
                      <a:endParaRPr kumimoji="1" lang="ja-JP" altLang="en-US" dirty="0"/>
                    </a:p>
                  </a:txBody>
                  <a:tcPr/>
                </a:tc>
                <a:tc>
                  <a:txBody>
                    <a:bodyPr/>
                    <a:lstStyle/>
                    <a:p>
                      <a:pPr algn="ctr"/>
                      <a:r>
                        <a:rPr kumimoji="1" lang="en-US" altLang="ja-JP" dirty="0"/>
                        <a:t>0.0636</a:t>
                      </a:r>
                      <a:endParaRPr kumimoji="1" lang="ja-JP" altLang="en-US" dirty="0"/>
                    </a:p>
                  </a:txBody>
                  <a:tcPr/>
                </a:tc>
                <a:extLst>
                  <a:ext uri="{0D108BD9-81ED-4DB2-BD59-A6C34878D82A}">
                    <a16:rowId xmlns:a16="http://schemas.microsoft.com/office/drawing/2014/main" val="3004911091"/>
                  </a:ext>
                </a:extLst>
              </a:tr>
              <a:tr h="370840">
                <a:tc>
                  <a:txBody>
                    <a:bodyPr/>
                    <a:lstStyle/>
                    <a:p>
                      <a:pPr algn="ctr"/>
                      <a:r>
                        <a:rPr kumimoji="1" lang="en-US" altLang="ja-JP" dirty="0"/>
                        <a:t>2.2</a:t>
                      </a:r>
                      <a:endParaRPr kumimoji="1" lang="ja-JP" altLang="en-US" dirty="0"/>
                    </a:p>
                  </a:txBody>
                  <a:tcPr/>
                </a:tc>
                <a:tc>
                  <a:txBody>
                    <a:bodyPr/>
                    <a:lstStyle/>
                    <a:p>
                      <a:pPr algn="ctr"/>
                      <a:r>
                        <a:rPr kumimoji="1" lang="en-US" altLang="ja-JP" dirty="0"/>
                        <a:t>3.56e-2</a:t>
                      </a:r>
                      <a:endParaRPr kumimoji="1" lang="ja-JP" altLang="en-US" dirty="0"/>
                    </a:p>
                  </a:txBody>
                  <a:tcPr/>
                </a:tc>
                <a:tc>
                  <a:txBody>
                    <a:bodyPr/>
                    <a:lstStyle/>
                    <a:p>
                      <a:pPr algn="ctr"/>
                      <a:r>
                        <a:rPr kumimoji="1" lang="en-US" altLang="ja-JP" dirty="0"/>
                        <a:t>0.0754</a:t>
                      </a:r>
                      <a:endParaRPr kumimoji="1" lang="ja-JP" altLang="en-US" dirty="0"/>
                    </a:p>
                  </a:txBody>
                  <a:tcPr/>
                </a:tc>
                <a:extLst>
                  <a:ext uri="{0D108BD9-81ED-4DB2-BD59-A6C34878D82A}">
                    <a16:rowId xmlns:a16="http://schemas.microsoft.com/office/drawing/2014/main" val="1040428263"/>
                  </a:ext>
                </a:extLst>
              </a:tr>
              <a:tr h="370840">
                <a:tc>
                  <a:txBody>
                    <a:bodyPr/>
                    <a:lstStyle/>
                    <a:p>
                      <a:pPr algn="ctr"/>
                      <a:r>
                        <a:rPr kumimoji="1" lang="en-US" altLang="ja-JP" dirty="0"/>
                        <a:t>2.4</a:t>
                      </a:r>
                      <a:endParaRPr kumimoji="1" lang="ja-JP" altLang="en-US" dirty="0"/>
                    </a:p>
                  </a:txBody>
                  <a:tcPr/>
                </a:tc>
                <a:tc>
                  <a:txBody>
                    <a:bodyPr/>
                    <a:lstStyle/>
                    <a:p>
                      <a:pPr algn="ctr"/>
                      <a:r>
                        <a:rPr kumimoji="1" lang="en-US" altLang="ja-JP" dirty="0"/>
                        <a:t>2.67e-2</a:t>
                      </a:r>
                      <a:endParaRPr kumimoji="1" lang="ja-JP" altLang="en-US" dirty="0"/>
                    </a:p>
                  </a:txBody>
                  <a:tcPr/>
                </a:tc>
                <a:tc>
                  <a:txBody>
                    <a:bodyPr/>
                    <a:lstStyle/>
                    <a:p>
                      <a:pPr algn="ctr"/>
                      <a:r>
                        <a:rPr kumimoji="1" lang="en-US" altLang="ja-JP" dirty="0"/>
                        <a:t>0.1051</a:t>
                      </a:r>
                      <a:endParaRPr kumimoji="1" lang="ja-JP" altLang="en-US" dirty="0"/>
                    </a:p>
                  </a:txBody>
                  <a:tcPr/>
                </a:tc>
                <a:extLst>
                  <a:ext uri="{0D108BD9-81ED-4DB2-BD59-A6C34878D82A}">
                    <a16:rowId xmlns:a16="http://schemas.microsoft.com/office/drawing/2014/main" val="3322326842"/>
                  </a:ext>
                </a:extLst>
              </a:tr>
              <a:tr h="370840">
                <a:tc>
                  <a:txBody>
                    <a:bodyPr/>
                    <a:lstStyle/>
                    <a:p>
                      <a:pPr algn="ctr"/>
                      <a:r>
                        <a:rPr kumimoji="1" lang="en-US" altLang="ja-JP" dirty="0"/>
                        <a:t>2.6</a:t>
                      </a:r>
                      <a:endParaRPr kumimoji="1" lang="ja-JP" altLang="en-US" dirty="0"/>
                    </a:p>
                  </a:txBody>
                  <a:tcPr/>
                </a:tc>
                <a:tc>
                  <a:txBody>
                    <a:bodyPr/>
                    <a:lstStyle/>
                    <a:p>
                      <a:pPr algn="ctr"/>
                      <a:r>
                        <a:rPr kumimoji="1" lang="en-US" altLang="ja-JP" dirty="0"/>
                        <a:t>1.74e-2</a:t>
                      </a:r>
                      <a:endParaRPr kumimoji="1" lang="ja-JP" altLang="en-US" dirty="0"/>
                    </a:p>
                  </a:txBody>
                  <a:tcPr/>
                </a:tc>
                <a:tc>
                  <a:txBody>
                    <a:bodyPr/>
                    <a:lstStyle/>
                    <a:p>
                      <a:pPr algn="ctr"/>
                      <a:r>
                        <a:rPr kumimoji="1" lang="en-US" altLang="ja-JP" dirty="0"/>
                        <a:t>0.1215</a:t>
                      </a:r>
                      <a:endParaRPr kumimoji="1" lang="ja-JP" altLang="en-US" dirty="0"/>
                    </a:p>
                  </a:txBody>
                  <a:tcPr/>
                </a:tc>
                <a:extLst>
                  <a:ext uri="{0D108BD9-81ED-4DB2-BD59-A6C34878D82A}">
                    <a16:rowId xmlns:a16="http://schemas.microsoft.com/office/drawing/2014/main" val="2727449766"/>
                  </a:ext>
                </a:extLst>
              </a:tr>
              <a:tr h="370840">
                <a:tc>
                  <a:txBody>
                    <a:bodyPr/>
                    <a:lstStyle/>
                    <a:p>
                      <a:pPr algn="ctr"/>
                      <a:r>
                        <a:rPr kumimoji="1" lang="en-US" altLang="ja-JP" dirty="0"/>
                        <a:t>2.8</a:t>
                      </a:r>
                      <a:endParaRPr kumimoji="1" lang="ja-JP" altLang="en-US" dirty="0"/>
                    </a:p>
                  </a:txBody>
                  <a:tcPr/>
                </a:tc>
                <a:tc>
                  <a:txBody>
                    <a:bodyPr/>
                    <a:lstStyle/>
                    <a:p>
                      <a:pPr algn="ctr"/>
                      <a:r>
                        <a:rPr kumimoji="1" lang="en-US" altLang="ja-JP" dirty="0"/>
                        <a:t>1.02e-2</a:t>
                      </a:r>
                      <a:endParaRPr kumimoji="1" lang="ja-JP" altLang="en-US" dirty="0"/>
                    </a:p>
                  </a:txBody>
                  <a:tcPr/>
                </a:tc>
                <a:tc>
                  <a:txBody>
                    <a:bodyPr/>
                    <a:lstStyle/>
                    <a:p>
                      <a:pPr algn="ctr"/>
                      <a:r>
                        <a:rPr kumimoji="1" lang="en-US" altLang="ja-JP" dirty="0"/>
                        <a:t>0.1245</a:t>
                      </a:r>
                      <a:endParaRPr kumimoji="1" lang="ja-JP" altLang="en-US" dirty="0"/>
                    </a:p>
                  </a:txBody>
                  <a:tcPr/>
                </a:tc>
                <a:extLst>
                  <a:ext uri="{0D108BD9-81ED-4DB2-BD59-A6C34878D82A}">
                    <a16:rowId xmlns:a16="http://schemas.microsoft.com/office/drawing/2014/main" val="3115694332"/>
                  </a:ext>
                </a:extLst>
              </a:tr>
            </a:tbl>
          </a:graphicData>
        </a:graphic>
      </p:graphicFrame>
      <p:sp>
        <p:nvSpPr>
          <p:cNvPr id="47" name="テキスト ボックス 46">
            <a:extLst>
              <a:ext uri="{FF2B5EF4-FFF2-40B4-BE49-F238E27FC236}">
                <a16:creationId xmlns:a16="http://schemas.microsoft.com/office/drawing/2014/main" id="{86F4814D-9CFD-4CC4-9BA0-47644AE49B7A}"/>
              </a:ext>
            </a:extLst>
          </p:cNvPr>
          <p:cNvSpPr txBox="1"/>
          <p:nvPr/>
        </p:nvSpPr>
        <p:spPr>
          <a:xfrm>
            <a:off x="71868" y="3514295"/>
            <a:ext cx="362414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dirty="0">
                <a:solidFill>
                  <a:srgbClr val="3333CC"/>
                </a:solidFill>
                <a:latin typeface="Arial"/>
                <a:ea typeface="+mn-ea"/>
              </a:rPr>
              <a:t>コンクリート背面における実効線量</a:t>
            </a:r>
            <a:endParaRPr kumimoji="1" lang="ja-JP" altLang="en-US" sz="1800" b="0" i="0" u="none" strike="noStrike" kern="1200" cap="none" spc="0" normalizeH="0" baseline="0" noProof="0" dirty="0">
              <a:ln>
                <a:noFill/>
              </a:ln>
              <a:solidFill>
                <a:srgbClr val="3333CC"/>
              </a:solidFill>
              <a:effectLst/>
              <a:uLnTx/>
              <a:uFillTx/>
              <a:latin typeface="Arial"/>
              <a:ea typeface="+mn-ea"/>
              <a:cs typeface="+mn-cs"/>
            </a:endParaRPr>
          </a:p>
        </p:txBody>
      </p:sp>
      <p:sp>
        <p:nvSpPr>
          <p:cNvPr id="3" name="矢印: 右 2">
            <a:extLst>
              <a:ext uri="{FF2B5EF4-FFF2-40B4-BE49-F238E27FC236}">
                <a16:creationId xmlns:a16="http://schemas.microsoft.com/office/drawing/2014/main" id="{D322603F-77F2-433C-8715-456F6ACF1197}"/>
              </a:ext>
            </a:extLst>
          </p:cNvPr>
          <p:cNvSpPr/>
          <p:nvPr/>
        </p:nvSpPr>
        <p:spPr>
          <a:xfrm>
            <a:off x="3795922" y="3771563"/>
            <a:ext cx="550408" cy="2379624"/>
          </a:xfrm>
          <a:prstGeom prst="rightArrow">
            <a:avLst>
              <a:gd name="adj1" fmla="val 65210"/>
              <a:gd name="adj2"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ANOVA</a:t>
            </a:r>
            <a:endParaRPr kumimoji="1" lang="ja-JP" altLang="en-US" dirty="0"/>
          </a:p>
        </p:txBody>
      </p:sp>
      <p:sp>
        <p:nvSpPr>
          <p:cNvPr id="4" name="テキスト ボックス 3">
            <a:extLst>
              <a:ext uri="{FF2B5EF4-FFF2-40B4-BE49-F238E27FC236}">
                <a16:creationId xmlns:a16="http://schemas.microsoft.com/office/drawing/2014/main" id="{3A8D83FE-8E1D-02AC-11A2-94B3DC1C41AB}"/>
              </a:ext>
            </a:extLst>
          </p:cNvPr>
          <p:cNvSpPr txBox="1"/>
          <p:nvPr/>
        </p:nvSpPr>
        <p:spPr>
          <a:xfrm>
            <a:off x="1547664" y="6428974"/>
            <a:ext cx="6840760" cy="338554"/>
          </a:xfrm>
          <a:prstGeom prst="rect">
            <a:avLst/>
          </a:prstGeom>
          <a:noFill/>
        </p:spPr>
        <p:txBody>
          <a:bodyPr wrap="square" rtlCol="0">
            <a:spAutoFit/>
          </a:bodyPr>
          <a:lstStyle/>
          <a:p>
            <a:pPr algn="ctr"/>
            <a:r>
              <a:rPr lang="ja-JP" altLang="en-US" sz="1600" dirty="0"/>
              <a:t>*</a:t>
            </a:r>
            <a:r>
              <a:rPr lang="en-US" altLang="ja-JP" sz="1600" dirty="0" err="1"/>
              <a:t>phits</a:t>
            </a:r>
            <a:r>
              <a:rPr lang="en-US" altLang="ja-JP" sz="1600" dirty="0"/>
              <a:t>/</a:t>
            </a:r>
            <a:r>
              <a:rPr lang="en-US" altLang="ja-JP" sz="1600" dirty="0" err="1"/>
              <a:t>src</a:t>
            </a:r>
            <a:r>
              <a:rPr lang="en-US" altLang="ja-JP" sz="1600" dirty="0"/>
              <a:t>/</a:t>
            </a:r>
            <a:r>
              <a:rPr lang="en-US" altLang="ja-JP" sz="1600" dirty="0" err="1"/>
              <a:t>usranatal.f</a:t>
            </a:r>
            <a:r>
              <a:rPr lang="ja-JP" altLang="en-US" sz="1600" dirty="0"/>
              <a:t>で定義。変更した場合は</a:t>
            </a:r>
            <a:r>
              <a:rPr lang="en-US" altLang="ja-JP" sz="1600" dirty="0"/>
              <a:t>PHITS</a:t>
            </a:r>
            <a:r>
              <a:rPr lang="ja-JP" altLang="en-US" sz="1600" dirty="0"/>
              <a:t>の再コンパイルが必要</a:t>
            </a:r>
            <a:endParaRPr kumimoji="1" lang="ja-JP" altLang="en-US" sz="1600" dirty="0"/>
          </a:p>
        </p:txBody>
      </p:sp>
    </p:spTree>
    <p:extLst>
      <p:ext uri="{BB962C8B-B14F-4D97-AF65-F5344CB8AC3E}">
        <p14:creationId xmlns:p14="http://schemas.microsoft.com/office/powerpoint/2010/main" val="2111092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2">
            <a:extLst>
              <a:ext uri="{FF2B5EF4-FFF2-40B4-BE49-F238E27FC236}">
                <a16:creationId xmlns:a16="http://schemas.microsoft.com/office/drawing/2014/main" id="{A426E410-C5E5-439A-A9E9-5DD834B1C9D6}"/>
              </a:ext>
            </a:extLst>
          </p:cNvPr>
          <p:cNvSpPr>
            <a:spLocks noGrp="1" noChangeArrowheads="1"/>
          </p:cNvSpPr>
          <p:nvPr>
            <p:ph type="title" idx="4294967295"/>
          </p:nvPr>
        </p:nvSpPr>
        <p:spPr>
          <a:xfrm>
            <a:off x="0" y="34176"/>
            <a:ext cx="8892480" cy="656623"/>
          </a:xfrm>
          <a:prstGeom prst="rect">
            <a:avLst/>
          </a:prstGeom>
        </p:spPr>
        <p:txBody>
          <a:bodyPr/>
          <a:lstStyle/>
          <a:p>
            <a:pPr eaLnBrk="1" hangingPunct="1">
              <a:defRPr/>
            </a:pPr>
            <a:r>
              <a:rPr lang="ja-JP" altLang="en-US" dirty="0">
                <a:latin typeface="+mn-lt"/>
                <a:cs typeface="Arial" charset="0"/>
              </a:rPr>
              <a:t>課題８</a:t>
            </a:r>
          </a:p>
        </p:txBody>
      </p:sp>
      <p:sp>
        <p:nvSpPr>
          <p:cNvPr id="28" name="テキスト ボックス 27">
            <a:extLst>
              <a:ext uri="{FF2B5EF4-FFF2-40B4-BE49-F238E27FC236}">
                <a16:creationId xmlns:a16="http://schemas.microsoft.com/office/drawing/2014/main" id="{42A36CB1-364B-4F8A-8635-E0D858F3D898}"/>
              </a:ext>
            </a:extLst>
          </p:cNvPr>
          <p:cNvSpPr txBox="1"/>
          <p:nvPr/>
        </p:nvSpPr>
        <p:spPr>
          <a:xfrm>
            <a:off x="1691680" y="5891419"/>
            <a:ext cx="6011544" cy="400110"/>
          </a:xfrm>
          <a:prstGeom prst="rect">
            <a:avLst/>
          </a:prstGeom>
          <a:noFill/>
        </p:spPr>
        <p:txBody>
          <a:bodyPr wrap="square" rtlCol="0">
            <a:spAutoFit/>
          </a:bodyPr>
          <a:lstStyle/>
          <a:p>
            <a:r>
              <a:rPr lang="ja-JP" altLang="en-US" sz="2000" dirty="0">
                <a:solidFill>
                  <a:srgbClr val="FF0000"/>
                </a:solidFill>
                <a:latin typeface="Arial" panose="020B0604020202020204" pitchFamily="34" charset="0"/>
                <a:cs typeface="Arial" panose="020B0604020202020204" pitchFamily="34" charset="0"/>
              </a:rPr>
              <a:t>→ 実行が終わったら</a:t>
            </a:r>
            <a:r>
              <a:rPr lang="en-US" altLang="ja-JP" sz="2000" dirty="0" err="1">
                <a:solidFill>
                  <a:srgbClr val="FF0000"/>
                </a:solidFill>
                <a:latin typeface="Arial" panose="020B0604020202020204" pitchFamily="34" charset="0"/>
                <a:cs typeface="Arial" panose="020B0604020202020204" pitchFamily="34" charset="0"/>
              </a:rPr>
              <a:t>track_rz_anatally.eps</a:t>
            </a:r>
            <a:r>
              <a:rPr lang="ja-JP" altLang="en-US" sz="2000" dirty="0">
                <a:solidFill>
                  <a:srgbClr val="FF0000"/>
                </a:solidFill>
                <a:latin typeface="Arial" panose="020B0604020202020204" pitchFamily="34" charset="0"/>
                <a:cs typeface="Arial" panose="020B0604020202020204" pitchFamily="34" charset="0"/>
              </a:rPr>
              <a:t>を確認</a:t>
            </a:r>
            <a:endParaRPr kumimoji="1" lang="ja-JP" altLang="en-US" sz="2000" dirty="0">
              <a:solidFill>
                <a:srgbClr val="FF0000"/>
              </a:solidFill>
              <a:latin typeface="Arial" panose="020B0604020202020204" pitchFamily="34" charset="0"/>
              <a:cs typeface="Arial" panose="020B0604020202020204" pitchFamily="34" charset="0"/>
            </a:endParaRPr>
          </a:p>
        </p:txBody>
      </p:sp>
      <p:sp>
        <p:nvSpPr>
          <p:cNvPr id="17" name="テキスト ボックス 16">
            <a:extLst>
              <a:ext uri="{FF2B5EF4-FFF2-40B4-BE49-F238E27FC236}">
                <a16:creationId xmlns:a16="http://schemas.microsoft.com/office/drawing/2014/main" id="{5E9DC010-F5A5-4BC7-B12A-0868E9EF18C3}"/>
              </a:ext>
            </a:extLst>
          </p:cNvPr>
          <p:cNvSpPr txBox="1"/>
          <p:nvPr/>
        </p:nvSpPr>
        <p:spPr>
          <a:xfrm>
            <a:off x="344629" y="1223543"/>
            <a:ext cx="8454741" cy="784830"/>
          </a:xfrm>
          <a:prstGeom prst="rect">
            <a:avLst/>
          </a:prstGeom>
          <a:noFill/>
        </p:spPr>
        <p:txBody>
          <a:bodyPr wrap="square">
            <a:spAutoFit/>
          </a:bodyPr>
          <a:lstStyle/>
          <a:p>
            <a:pPr marL="457200" indent="-457200" eaLnBrk="1" hangingPunct="1">
              <a:spcBef>
                <a:spcPts val="600"/>
              </a:spcBef>
              <a:buFont typeface="+mj-lt"/>
              <a:buAutoNum type="arabicPeriod"/>
              <a:defRPr/>
            </a:pPr>
            <a:r>
              <a:rPr lang="en-US" altLang="ja-JP" sz="2000" dirty="0" err="1">
                <a:cs typeface="Arial" pitchFamily="34" charset="0"/>
              </a:rPr>
              <a:t>phits.inp</a:t>
            </a:r>
            <a:r>
              <a:rPr lang="ja-JP" altLang="en-US" sz="2000" dirty="0">
                <a:cs typeface="Arial" pitchFamily="34" charset="0"/>
              </a:rPr>
              <a:t>の</a:t>
            </a:r>
            <a:r>
              <a:rPr lang="en-US" altLang="ja-JP" sz="2000" dirty="0">
                <a:cs typeface="Arial" pitchFamily="34" charset="0"/>
              </a:rPr>
              <a:t>[t-track]</a:t>
            </a:r>
            <a:r>
              <a:rPr lang="ja-JP" altLang="en-US" sz="2000" dirty="0">
                <a:cs typeface="Arial" pitchFamily="34" charset="0"/>
              </a:rPr>
              <a:t>に書かれた</a:t>
            </a:r>
            <a:r>
              <a:rPr lang="en-US" altLang="ja-JP" sz="2000" dirty="0" err="1">
                <a:cs typeface="Arial" pitchFamily="34" charset="0"/>
              </a:rPr>
              <a:t>anatally</a:t>
            </a:r>
            <a:r>
              <a:rPr lang="ja-JP" altLang="en-US" sz="2000" dirty="0">
                <a:cs typeface="Arial" pitchFamily="34" charset="0"/>
              </a:rPr>
              <a:t>サブセクションを有効化（</a:t>
            </a:r>
            <a:r>
              <a:rPr lang="en-US" altLang="ja-JP" sz="2000" dirty="0">
                <a:cs typeface="Arial" pitchFamily="34" charset="0"/>
              </a:rPr>
              <a:t>$</a:t>
            </a:r>
            <a:r>
              <a:rPr lang="ja-JP" altLang="en-US" sz="2000" dirty="0">
                <a:cs typeface="Arial" pitchFamily="34" charset="0"/>
              </a:rPr>
              <a:t>を消す）</a:t>
            </a:r>
            <a:endParaRPr lang="en-US" altLang="ja-JP" sz="2000" dirty="0">
              <a:cs typeface="Arial" pitchFamily="34" charset="0"/>
            </a:endParaRPr>
          </a:p>
          <a:p>
            <a:pPr marL="457200" indent="-457200" eaLnBrk="1" hangingPunct="1">
              <a:spcBef>
                <a:spcPts val="600"/>
              </a:spcBef>
              <a:buFont typeface="+mj-lt"/>
              <a:buAutoNum type="arabicPeriod"/>
              <a:defRPr/>
            </a:pPr>
            <a:r>
              <a:rPr lang="en-US" altLang="ja-JP" sz="2000" dirty="0" err="1">
                <a:cs typeface="Arial" pitchFamily="34" charset="0"/>
              </a:rPr>
              <a:t>phits.inp</a:t>
            </a:r>
            <a:r>
              <a:rPr lang="ja-JP" altLang="en-US" sz="2000" dirty="0">
                <a:cs typeface="Arial" pitchFamily="34" charset="0"/>
              </a:rPr>
              <a:t>を保存し、ターミナルで</a:t>
            </a:r>
            <a:r>
              <a:rPr lang="en-US" altLang="ja-JP" sz="2000" dirty="0">
                <a:solidFill>
                  <a:srgbClr val="FF0000"/>
                </a:solidFill>
                <a:cs typeface="Arial" pitchFamily="34" charset="0"/>
              </a:rPr>
              <a:t>autorun.bat</a:t>
            </a:r>
            <a:r>
              <a:rPr lang="ja-JP" altLang="en-US" sz="2000" dirty="0">
                <a:cs typeface="Arial" pitchFamily="34" charset="0"/>
              </a:rPr>
              <a:t>もしくは</a:t>
            </a:r>
            <a:r>
              <a:rPr lang="en-US" altLang="ja-JP" sz="2000" dirty="0">
                <a:solidFill>
                  <a:srgbClr val="FF0000"/>
                </a:solidFill>
                <a:cs typeface="Arial" pitchFamily="34" charset="0"/>
              </a:rPr>
              <a:t>autorun.sh</a:t>
            </a:r>
            <a:r>
              <a:rPr lang="ja-JP" altLang="en-US" sz="2000" dirty="0">
                <a:cs typeface="Arial" pitchFamily="34" charset="0"/>
              </a:rPr>
              <a:t>を実行</a:t>
            </a:r>
            <a:endParaRPr lang="en-US" altLang="ja-JP" sz="2000" dirty="0">
              <a:cs typeface="Arial" pitchFamily="34" charset="0"/>
            </a:endParaRPr>
          </a:p>
        </p:txBody>
      </p:sp>
      <p:sp>
        <p:nvSpPr>
          <p:cNvPr id="6" name="Text Box 1030">
            <a:extLst>
              <a:ext uri="{FF2B5EF4-FFF2-40B4-BE49-F238E27FC236}">
                <a16:creationId xmlns:a16="http://schemas.microsoft.com/office/drawing/2014/main" id="{85220311-3698-4434-A112-057C83F05D57}"/>
              </a:ext>
            </a:extLst>
          </p:cNvPr>
          <p:cNvSpPr txBox="1">
            <a:spLocks noChangeArrowheads="1"/>
          </p:cNvSpPr>
          <p:nvPr/>
        </p:nvSpPr>
        <p:spPr bwMode="auto">
          <a:xfrm>
            <a:off x="344629" y="3356992"/>
            <a:ext cx="1148584" cy="40011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2000" dirty="0" err="1">
                <a:solidFill>
                  <a:srgbClr val="000000"/>
                </a:solidFill>
                <a:latin typeface="Tahoma" panose="020B0604030504040204" pitchFamily="34" charset="0"/>
              </a:rPr>
              <a:t>phits.inp</a:t>
            </a:r>
            <a:endParaRPr lang="en-US" altLang="ja-JP" sz="2000" dirty="0">
              <a:solidFill>
                <a:srgbClr val="000000"/>
              </a:solidFill>
              <a:latin typeface="Tahoma" panose="020B0604030504040204" pitchFamily="34" charset="0"/>
            </a:endParaRPr>
          </a:p>
        </p:txBody>
      </p:sp>
      <p:sp>
        <p:nvSpPr>
          <p:cNvPr id="10" name="テキスト ボックス 20">
            <a:extLst>
              <a:ext uri="{FF2B5EF4-FFF2-40B4-BE49-F238E27FC236}">
                <a16:creationId xmlns:a16="http://schemas.microsoft.com/office/drawing/2014/main" id="{D5583919-EC44-4DF3-816B-548187F2BA0B}"/>
              </a:ext>
            </a:extLst>
          </p:cNvPr>
          <p:cNvSpPr txBox="1">
            <a:spLocks noChangeArrowheads="1"/>
          </p:cNvSpPr>
          <p:nvPr/>
        </p:nvSpPr>
        <p:spPr bwMode="auto">
          <a:xfrm>
            <a:off x="2480224" y="732658"/>
            <a:ext cx="3744416" cy="46166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buFontTx/>
              <a:buNone/>
            </a:pPr>
            <a:r>
              <a:rPr lang="en-US" altLang="ja-JP" sz="2400" dirty="0" err="1"/>
              <a:t>anatally</a:t>
            </a:r>
            <a:r>
              <a:rPr lang="ja-JP" altLang="en-US" sz="2400" dirty="0"/>
              <a:t>機能を使ってみよう</a:t>
            </a:r>
          </a:p>
        </p:txBody>
      </p:sp>
      <p:sp>
        <p:nvSpPr>
          <p:cNvPr id="12" name="Text Box 1031">
            <a:extLst>
              <a:ext uri="{FF2B5EF4-FFF2-40B4-BE49-F238E27FC236}">
                <a16:creationId xmlns:a16="http://schemas.microsoft.com/office/drawing/2014/main" id="{9F98DE75-57C6-41B8-9218-D16C2DAD383D}"/>
              </a:ext>
            </a:extLst>
          </p:cNvPr>
          <p:cNvSpPr txBox="1">
            <a:spLocks noChangeArrowheads="1"/>
          </p:cNvSpPr>
          <p:nvPr/>
        </p:nvSpPr>
        <p:spPr bwMode="auto">
          <a:xfrm>
            <a:off x="611560" y="3822489"/>
            <a:ext cx="7776863" cy="2068930"/>
          </a:xfrm>
          <a:prstGeom prst="rect">
            <a:avLst/>
          </a:prstGeom>
          <a:solidFill>
            <a:schemeClr val="bg1"/>
          </a:solidFill>
          <a:ln w="19050">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1800" dirty="0">
                <a:solidFill>
                  <a:srgbClr val="000000"/>
                </a:solidFill>
                <a:latin typeface="Tahoma" panose="020B0604030504040204" pitchFamily="34" charset="0"/>
              </a:rPr>
              <a:t>[ T-track ]</a:t>
            </a:r>
          </a:p>
          <a:p>
            <a:pPr eaLnBrk="1" hangingPunct="1">
              <a:spcBef>
                <a:spcPct val="0"/>
              </a:spcBef>
              <a:buFontTx/>
              <a:buNone/>
            </a:pPr>
            <a:r>
              <a:rPr lang="en-US" altLang="ja-JP" sz="1800" dirty="0">
                <a:solidFill>
                  <a:srgbClr val="000000"/>
                </a:solidFill>
                <a:latin typeface="Tahoma" panose="020B0604030504040204" pitchFamily="34" charset="0"/>
              </a:rPr>
              <a:t>…</a:t>
            </a:r>
          </a:p>
          <a:p>
            <a:pPr eaLnBrk="1" hangingPunct="1">
              <a:spcBef>
                <a:spcPct val="0"/>
              </a:spcBef>
              <a:buFontTx/>
              <a:buNone/>
            </a:pPr>
            <a:r>
              <a:rPr lang="en-US" altLang="ja-JP" sz="1800" dirty="0">
                <a:solidFill>
                  <a:srgbClr val="000000"/>
                </a:solidFill>
                <a:latin typeface="Tahoma" panose="020B0604030504040204" pitchFamily="34" charset="0"/>
              </a:rPr>
              <a:t> angel  =  </a:t>
            </a:r>
            <a:r>
              <a:rPr lang="en-US" altLang="ja-JP" sz="1800" dirty="0" err="1">
                <a:solidFill>
                  <a:srgbClr val="000000"/>
                </a:solidFill>
                <a:latin typeface="Tahoma" panose="020B0604030504040204" pitchFamily="34" charset="0"/>
              </a:rPr>
              <a:t>ymax</a:t>
            </a:r>
            <a:r>
              <a:rPr lang="en-US" altLang="ja-JP" sz="1800" dirty="0">
                <a:solidFill>
                  <a:srgbClr val="000000"/>
                </a:solidFill>
                <a:latin typeface="Tahoma" panose="020B0604030504040204" pitchFamily="34" charset="0"/>
              </a:rPr>
              <a:t>(3.0)  </a:t>
            </a:r>
            <a:r>
              <a:rPr lang="en-US" altLang="ja-JP" sz="1800" dirty="0" err="1">
                <a:solidFill>
                  <a:srgbClr val="000000"/>
                </a:solidFill>
                <a:latin typeface="Tahoma" panose="020B0604030504040204" pitchFamily="34" charset="0"/>
              </a:rPr>
              <a:t>ymin</a:t>
            </a:r>
            <a:r>
              <a:rPr lang="en-US" altLang="ja-JP" sz="1800" dirty="0">
                <a:solidFill>
                  <a:srgbClr val="000000"/>
                </a:solidFill>
                <a:latin typeface="Tahoma" panose="020B0604030504040204" pitchFamily="34" charset="0"/>
              </a:rPr>
              <a:t>(0.01)</a:t>
            </a:r>
          </a:p>
          <a:p>
            <a:pPr eaLnBrk="1" hangingPunct="1">
              <a:spcBef>
                <a:spcPct val="0"/>
              </a:spcBef>
              <a:buFontTx/>
              <a:buNone/>
            </a:pPr>
            <a:r>
              <a:rPr lang="en-US" altLang="ja-JP" sz="1800" dirty="0">
                <a:solidFill>
                  <a:srgbClr val="FF0000"/>
                </a:solidFill>
                <a:latin typeface="Tahoma" panose="020B0604030504040204" pitchFamily="34" charset="0"/>
              </a:rPr>
              <a:t>$</a:t>
            </a:r>
            <a:r>
              <a:rPr lang="en-US" altLang="ja-JP" sz="1800" dirty="0">
                <a:solidFill>
                  <a:srgbClr val="000000"/>
                </a:solidFill>
                <a:latin typeface="Tahoma" panose="020B0604030504040204" pitchFamily="34" charset="0"/>
              </a:rPr>
              <a:t> </a:t>
            </a:r>
            <a:r>
              <a:rPr lang="en-US" altLang="ja-JP" sz="1800" dirty="0" err="1">
                <a:solidFill>
                  <a:srgbClr val="000000"/>
                </a:solidFill>
                <a:latin typeface="Tahoma" panose="020B0604030504040204" pitchFamily="34" charset="0"/>
              </a:rPr>
              <a:t>anatally</a:t>
            </a:r>
            <a:r>
              <a:rPr lang="en-US" altLang="ja-JP" sz="1800" dirty="0">
                <a:solidFill>
                  <a:srgbClr val="000000"/>
                </a:solidFill>
                <a:latin typeface="Tahoma" panose="020B0604030504040204" pitchFamily="34" charset="0"/>
              </a:rPr>
              <a:t> start                $ </a:t>
            </a:r>
            <a:r>
              <a:rPr lang="en-US" altLang="ja-JP" sz="1800" dirty="0" err="1">
                <a:solidFill>
                  <a:srgbClr val="000000"/>
                </a:solidFill>
                <a:latin typeface="Tahoma" panose="020B0604030504040204" pitchFamily="34" charset="0"/>
              </a:rPr>
              <a:t>Anatally</a:t>
            </a:r>
            <a:r>
              <a:rPr lang="en-US" altLang="ja-JP" sz="1800" dirty="0">
                <a:solidFill>
                  <a:srgbClr val="000000"/>
                </a:solidFill>
                <a:latin typeface="Tahoma" panose="020B0604030504040204" pitchFamily="34" charset="0"/>
              </a:rPr>
              <a:t> subsection starts here</a:t>
            </a:r>
          </a:p>
          <a:p>
            <a:pPr eaLnBrk="1" hangingPunct="1">
              <a:spcBef>
                <a:spcPct val="0"/>
              </a:spcBef>
              <a:buFontTx/>
              <a:buNone/>
            </a:pPr>
            <a:r>
              <a:rPr lang="en-US" altLang="ja-JP" sz="1800" dirty="0">
                <a:solidFill>
                  <a:srgbClr val="FF0000"/>
                </a:solidFill>
                <a:latin typeface="Tahoma" panose="020B0604030504040204" pitchFamily="34" charset="0"/>
              </a:rPr>
              <a:t>$</a:t>
            </a:r>
            <a:r>
              <a:rPr lang="en-US" altLang="ja-JP" sz="1800" dirty="0">
                <a:solidFill>
                  <a:srgbClr val="000000"/>
                </a:solidFill>
                <a:latin typeface="Tahoma" panose="020B0604030504040204" pitchFamily="34" charset="0"/>
              </a:rPr>
              <a:t> </a:t>
            </a:r>
            <a:r>
              <a:rPr lang="en-US" altLang="ja-JP" sz="1800" dirty="0" err="1">
                <a:solidFill>
                  <a:srgbClr val="000000"/>
                </a:solidFill>
                <a:latin typeface="Tahoma" panose="020B0604030504040204" pitchFamily="34" charset="0"/>
              </a:rPr>
              <a:t>manatally</a:t>
            </a:r>
            <a:r>
              <a:rPr lang="en-US" altLang="ja-JP" sz="1800" dirty="0">
                <a:solidFill>
                  <a:srgbClr val="000000"/>
                </a:solidFill>
                <a:latin typeface="Tahoma" panose="020B0604030504040204" pitchFamily="34" charset="0"/>
              </a:rPr>
              <a:t> = 1                 $ Type of </a:t>
            </a:r>
            <a:r>
              <a:rPr lang="en-US" altLang="ja-JP" sz="1800" dirty="0" err="1">
                <a:solidFill>
                  <a:srgbClr val="000000"/>
                </a:solidFill>
                <a:latin typeface="Tahoma" panose="020B0604030504040204" pitchFamily="34" charset="0"/>
              </a:rPr>
              <a:t>Anatally</a:t>
            </a:r>
            <a:r>
              <a:rPr lang="en-US" altLang="ja-JP" sz="1800" dirty="0">
                <a:solidFill>
                  <a:srgbClr val="000000"/>
                </a:solidFill>
                <a:latin typeface="Tahoma" panose="020B0604030504040204" pitchFamily="34" charset="0"/>
              </a:rPr>
              <a:t> (0: user-defined, 1:ANOVA)</a:t>
            </a:r>
          </a:p>
          <a:p>
            <a:pPr eaLnBrk="1" hangingPunct="1">
              <a:spcBef>
                <a:spcPct val="0"/>
              </a:spcBef>
              <a:buFontTx/>
              <a:buNone/>
            </a:pPr>
            <a:r>
              <a:rPr lang="en-US" altLang="ja-JP" sz="1800" dirty="0">
                <a:solidFill>
                  <a:srgbClr val="FF0000"/>
                </a:solidFill>
                <a:latin typeface="Tahoma" panose="020B0604030504040204" pitchFamily="34" charset="0"/>
              </a:rPr>
              <a:t>$</a:t>
            </a:r>
            <a:r>
              <a:rPr lang="en-US" altLang="ja-JP" sz="1800" dirty="0">
                <a:solidFill>
                  <a:srgbClr val="000000"/>
                </a:solidFill>
                <a:latin typeface="Tahoma" panose="020B0604030504040204" pitchFamily="34" charset="0"/>
              </a:rPr>
              <a:t> </a:t>
            </a:r>
            <a:r>
              <a:rPr lang="en-US" altLang="ja-JP" sz="1800" dirty="0" err="1">
                <a:solidFill>
                  <a:srgbClr val="000000"/>
                </a:solidFill>
                <a:latin typeface="Tahoma" panose="020B0604030504040204" pitchFamily="34" charset="0"/>
              </a:rPr>
              <a:t>sfile</a:t>
            </a:r>
            <a:r>
              <a:rPr lang="en-US" altLang="ja-JP" sz="1800" dirty="0">
                <a:solidFill>
                  <a:srgbClr val="000000"/>
                </a:solidFill>
                <a:latin typeface="Tahoma" panose="020B0604030504040204" pitchFamily="34" charset="0"/>
              </a:rPr>
              <a:t>=</a:t>
            </a:r>
            <a:r>
              <a:rPr lang="en-US" altLang="ja-JP" sz="1800" dirty="0" err="1">
                <a:solidFill>
                  <a:srgbClr val="000000"/>
                </a:solidFill>
                <a:latin typeface="Tahoma" panose="020B0604030504040204" pitchFamily="34" charset="0"/>
              </a:rPr>
              <a:t>track_rz_anatally.out</a:t>
            </a:r>
            <a:r>
              <a:rPr lang="en-US" altLang="ja-JP" sz="1800" dirty="0">
                <a:solidFill>
                  <a:srgbClr val="000000"/>
                </a:solidFill>
                <a:latin typeface="Tahoma" panose="020B0604030504040204" pitchFamily="34" charset="0"/>
              </a:rPr>
              <a:t>   $ </a:t>
            </a:r>
            <a:r>
              <a:rPr lang="en-US" altLang="ja-JP" sz="1800" dirty="0" err="1">
                <a:solidFill>
                  <a:srgbClr val="000000"/>
                </a:solidFill>
                <a:latin typeface="Tahoma" panose="020B0604030504040204" pitchFamily="34" charset="0"/>
              </a:rPr>
              <a:t>Anatally</a:t>
            </a:r>
            <a:r>
              <a:rPr lang="en-US" altLang="ja-JP" sz="1800" dirty="0">
                <a:solidFill>
                  <a:srgbClr val="000000"/>
                </a:solidFill>
                <a:latin typeface="Tahoma" panose="020B0604030504040204" pitchFamily="34" charset="0"/>
              </a:rPr>
              <a:t> output file name</a:t>
            </a:r>
          </a:p>
          <a:p>
            <a:pPr eaLnBrk="1" hangingPunct="1">
              <a:spcBef>
                <a:spcPct val="0"/>
              </a:spcBef>
              <a:buFontTx/>
              <a:buNone/>
            </a:pPr>
            <a:r>
              <a:rPr lang="en-US" altLang="ja-JP" sz="1800" dirty="0">
                <a:solidFill>
                  <a:srgbClr val="FF0000"/>
                </a:solidFill>
                <a:latin typeface="Tahoma" panose="020B0604030504040204" pitchFamily="34" charset="0"/>
              </a:rPr>
              <a:t>$</a:t>
            </a:r>
            <a:r>
              <a:rPr lang="en-US" altLang="ja-JP" sz="1800" dirty="0">
                <a:solidFill>
                  <a:srgbClr val="000000"/>
                </a:solidFill>
                <a:latin typeface="Tahoma" panose="020B0604030504040204" pitchFamily="34" charset="0"/>
              </a:rPr>
              <a:t> </a:t>
            </a:r>
            <a:r>
              <a:rPr lang="en-US" altLang="ja-JP" sz="1800" dirty="0" err="1">
                <a:solidFill>
                  <a:srgbClr val="000000"/>
                </a:solidFill>
                <a:latin typeface="Tahoma" panose="020B0604030504040204" pitchFamily="34" charset="0"/>
              </a:rPr>
              <a:t>anatally</a:t>
            </a:r>
            <a:r>
              <a:rPr lang="en-US" altLang="ja-JP" sz="1800" dirty="0">
                <a:solidFill>
                  <a:srgbClr val="000000"/>
                </a:solidFill>
                <a:latin typeface="Tahoma" panose="020B0604030504040204" pitchFamily="34" charset="0"/>
              </a:rPr>
              <a:t> end                  $ </a:t>
            </a:r>
            <a:r>
              <a:rPr lang="en-US" altLang="ja-JP" sz="1800" dirty="0" err="1">
                <a:solidFill>
                  <a:srgbClr val="000000"/>
                </a:solidFill>
                <a:latin typeface="Tahoma" panose="020B0604030504040204" pitchFamily="34" charset="0"/>
              </a:rPr>
              <a:t>Anatally</a:t>
            </a:r>
            <a:r>
              <a:rPr lang="en-US" altLang="ja-JP" sz="1800" dirty="0">
                <a:solidFill>
                  <a:srgbClr val="000000"/>
                </a:solidFill>
                <a:latin typeface="Tahoma" panose="020B0604030504040204" pitchFamily="34" charset="0"/>
              </a:rPr>
              <a:t> subsection ends here</a:t>
            </a:r>
          </a:p>
        </p:txBody>
      </p:sp>
      <p:sp>
        <p:nvSpPr>
          <p:cNvPr id="11" name="Rectangle 8">
            <a:extLst>
              <a:ext uri="{FF2B5EF4-FFF2-40B4-BE49-F238E27FC236}">
                <a16:creationId xmlns:a16="http://schemas.microsoft.com/office/drawing/2014/main" id="{E933D940-5E90-4E1D-9200-047B5B93D1D1}"/>
              </a:ext>
            </a:extLst>
          </p:cNvPr>
          <p:cNvSpPr txBox="1">
            <a:spLocks noChangeArrowheads="1"/>
          </p:cNvSpPr>
          <p:nvPr/>
        </p:nvSpPr>
        <p:spPr bwMode="auto">
          <a:xfrm>
            <a:off x="344629" y="2080298"/>
            <a:ext cx="8454741" cy="1211307"/>
          </a:xfrm>
          <a:prstGeom prst="rect">
            <a:avLst/>
          </a:prstGeom>
          <a:solidFill>
            <a:schemeClr val="accent2"/>
          </a:solidFill>
          <a:ln w="19050">
            <a:solidFill>
              <a:schemeClr val="accent4"/>
            </a:solidFill>
          </a:ln>
          <a:effectLst>
            <a:outerShdw blurRad="50800" dist="38100" dir="2700000" algn="tl" rotWithShape="0">
              <a:prstClr val="black">
                <a:alpha val="40000"/>
              </a:prstClr>
            </a:outerShdw>
          </a:effectLst>
        </p:spPr>
        <p:txBody>
          <a:bodyPr/>
          <a:lstStyle>
            <a:lvl1pPr>
              <a:spcBef>
                <a:spcPct val="20000"/>
              </a:spcBef>
              <a:buChar char="•"/>
              <a:defRPr kumimoji="1" sz="3200">
                <a:solidFill>
                  <a:schemeClr val="tx1"/>
                </a:solidFill>
                <a:latin typeface="Times New Roman" pitchFamily="18" charset="0"/>
                <a:ea typeface="ＭＳ Ｐゴシック" pitchFamily="50" charset="-128"/>
              </a:defRPr>
            </a:lvl1pPr>
            <a:lvl2pPr marL="742950" indent="-285750">
              <a:spcBef>
                <a:spcPct val="20000"/>
              </a:spcBef>
              <a:buChar char="–"/>
              <a:defRPr kumimoji="1" sz="2800">
                <a:solidFill>
                  <a:schemeClr val="tx1"/>
                </a:solidFill>
                <a:latin typeface="Times New Roman" pitchFamily="18" charset="0"/>
                <a:ea typeface="ＭＳ Ｐゴシック" pitchFamily="50" charset="-128"/>
              </a:defRPr>
            </a:lvl2pPr>
            <a:lvl3pPr marL="1143000" indent="-228600">
              <a:spcBef>
                <a:spcPct val="20000"/>
              </a:spcBef>
              <a:buChar char="•"/>
              <a:defRPr kumimoji="1" sz="2400">
                <a:solidFill>
                  <a:schemeClr val="tx1"/>
                </a:solidFill>
                <a:latin typeface="Times New Roman" pitchFamily="18" charset="0"/>
                <a:ea typeface="ＭＳ Ｐゴシック" pitchFamily="50" charset="-128"/>
              </a:defRPr>
            </a:lvl3pPr>
            <a:lvl4pPr marL="1600200" indent="-228600">
              <a:spcBef>
                <a:spcPct val="20000"/>
              </a:spcBef>
              <a:buChar char="–"/>
              <a:defRPr kumimoji="1" sz="2000">
                <a:solidFill>
                  <a:schemeClr val="tx1"/>
                </a:solidFill>
                <a:latin typeface="Times New Roman" pitchFamily="18" charset="0"/>
                <a:ea typeface="ＭＳ Ｐゴシック" pitchFamily="50" charset="-128"/>
              </a:defRPr>
            </a:lvl4pPr>
            <a:lvl5pPr marL="2057400" indent="-22860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buFontTx/>
              <a:buNone/>
              <a:defRPr/>
            </a:pPr>
            <a:r>
              <a:rPr lang="ja-JP" altLang="en-US" sz="2400" b="1" dirty="0">
                <a:solidFill>
                  <a:srgbClr val="FFFF00"/>
                </a:solidFill>
                <a:latin typeface="+mn-lt"/>
              </a:rPr>
              <a:t>全ての条件に対する</a:t>
            </a:r>
            <a:r>
              <a:rPr lang="en-US" altLang="ja-JP" sz="2400" b="1" dirty="0">
                <a:solidFill>
                  <a:srgbClr val="FFFF00"/>
                </a:solidFill>
                <a:latin typeface="+mn-lt"/>
              </a:rPr>
              <a:t>PHITS</a:t>
            </a:r>
            <a:r>
              <a:rPr lang="ja-JP" altLang="en-US" sz="2400" b="1" dirty="0">
                <a:solidFill>
                  <a:srgbClr val="FFFF00"/>
                </a:solidFill>
                <a:latin typeface="+mn-lt"/>
              </a:rPr>
              <a:t>計算が終了した後に</a:t>
            </a:r>
            <a:r>
              <a:rPr lang="en-US" altLang="ja-JP" sz="2400" b="1" dirty="0" err="1">
                <a:solidFill>
                  <a:srgbClr val="FFFF00"/>
                </a:solidFill>
                <a:latin typeface="+mn-lt"/>
              </a:rPr>
              <a:t>anatally.inp</a:t>
            </a:r>
            <a:r>
              <a:rPr lang="ja-JP" altLang="en-US" sz="2400" b="1" dirty="0">
                <a:solidFill>
                  <a:srgbClr val="FFFF00"/>
                </a:solidFill>
                <a:latin typeface="+mn-lt"/>
              </a:rPr>
              <a:t>が自動的に作成・実行され、</a:t>
            </a:r>
            <a:r>
              <a:rPr lang="en-US" altLang="ja-JP" sz="2400" b="1" dirty="0">
                <a:solidFill>
                  <a:srgbClr val="FFFF00"/>
                </a:solidFill>
                <a:latin typeface="+mn-lt"/>
              </a:rPr>
              <a:t>ANOVA</a:t>
            </a:r>
            <a:r>
              <a:rPr lang="ja-JP" altLang="en-US" sz="2400" b="1" dirty="0">
                <a:solidFill>
                  <a:srgbClr val="FFFF00"/>
                </a:solidFill>
                <a:latin typeface="+mn-lt"/>
              </a:rPr>
              <a:t>で解析した結果が</a:t>
            </a:r>
            <a:r>
              <a:rPr lang="en-US" altLang="ja-JP" sz="2400" b="1" dirty="0" err="1">
                <a:solidFill>
                  <a:srgbClr val="FFFF00"/>
                </a:solidFill>
                <a:latin typeface="+mn-lt"/>
              </a:rPr>
              <a:t>sfile</a:t>
            </a:r>
            <a:r>
              <a:rPr lang="ja-JP" altLang="en-US" sz="2400" b="1" dirty="0">
                <a:solidFill>
                  <a:srgbClr val="FFFF00"/>
                </a:solidFill>
                <a:latin typeface="+mn-lt"/>
              </a:rPr>
              <a:t>で定義したファイルに出力される</a:t>
            </a:r>
            <a:endParaRPr lang="en-US" altLang="ja-JP" sz="2400" b="1" dirty="0">
              <a:solidFill>
                <a:srgbClr val="FFFF00"/>
              </a:solidFill>
              <a:latin typeface="+mn-lt"/>
            </a:endParaRPr>
          </a:p>
        </p:txBody>
      </p:sp>
    </p:spTree>
    <p:extLst>
      <p:ext uri="{BB962C8B-B14F-4D97-AF65-F5344CB8AC3E}">
        <p14:creationId xmlns:p14="http://schemas.microsoft.com/office/powerpoint/2010/main" val="20559728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2">
            <a:extLst>
              <a:ext uri="{FF2B5EF4-FFF2-40B4-BE49-F238E27FC236}">
                <a16:creationId xmlns:a16="http://schemas.microsoft.com/office/drawing/2014/main" id="{A426E410-C5E5-439A-A9E9-5DD834B1C9D6}"/>
              </a:ext>
            </a:extLst>
          </p:cNvPr>
          <p:cNvSpPr>
            <a:spLocks noGrp="1" noChangeArrowheads="1"/>
          </p:cNvSpPr>
          <p:nvPr>
            <p:ph type="title" idx="4294967295"/>
          </p:nvPr>
        </p:nvSpPr>
        <p:spPr>
          <a:xfrm>
            <a:off x="1331640" y="63226"/>
            <a:ext cx="3035279" cy="656623"/>
          </a:xfrm>
          <a:prstGeom prst="rect">
            <a:avLst/>
          </a:prstGeom>
        </p:spPr>
        <p:txBody>
          <a:bodyPr/>
          <a:lstStyle/>
          <a:p>
            <a:pPr eaLnBrk="1" hangingPunct="1">
              <a:defRPr/>
            </a:pPr>
            <a:r>
              <a:rPr lang="ja-JP" altLang="en-US" dirty="0">
                <a:latin typeface="+mn-lt"/>
                <a:cs typeface="Arial" charset="0"/>
              </a:rPr>
              <a:t>回答８</a:t>
            </a:r>
          </a:p>
        </p:txBody>
      </p:sp>
      <p:sp>
        <p:nvSpPr>
          <p:cNvPr id="14" name="Text Box 1030">
            <a:extLst>
              <a:ext uri="{FF2B5EF4-FFF2-40B4-BE49-F238E27FC236}">
                <a16:creationId xmlns:a16="http://schemas.microsoft.com/office/drawing/2014/main" id="{67D6AAD8-DF42-4529-9BEA-3E35AC526BD8}"/>
              </a:ext>
            </a:extLst>
          </p:cNvPr>
          <p:cNvSpPr txBox="1">
            <a:spLocks noChangeArrowheads="1"/>
          </p:cNvSpPr>
          <p:nvPr/>
        </p:nvSpPr>
        <p:spPr bwMode="auto">
          <a:xfrm>
            <a:off x="168750" y="1268760"/>
            <a:ext cx="1462901" cy="40011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2000" dirty="0" err="1">
                <a:solidFill>
                  <a:srgbClr val="000000"/>
                </a:solidFill>
                <a:latin typeface="Tahoma" panose="020B0604030504040204" pitchFamily="34" charset="0"/>
              </a:rPr>
              <a:t>anatally.inp</a:t>
            </a:r>
            <a:endParaRPr lang="en-US" altLang="ja-JP" sz="2000" dirty="0">
              <a:solidFill>
                <a:srgbClr val="000000"/>
              </a:solidFill>
              <a:latin typeface="Tahoma" panose="020B0604030504040204" pitchFamily="34" charset="0"/>
            </a:endParaRPr>
          </a:p>
        </p:txBody>
      </p:sp>
      <p:sp>
        <p:nvSpPr>
          <p:cNvPr id="15" name="Text Box 1031">
            <a:extLst>
              <a:ext uri="{FF2B5EF4-FFF2-40B4-BE49-F238E27FC236}">
                <a16:creationId xmlns:a16="http://schemas.microsoft.com/office/drawing/2014/main" id="{B6B8D2F4-8184-441E-BC7A-DCC533A785E2}"/>
              </a:ext>
            </a:extLst>
          </p:cNvPr>
          <p:cNvSpPr txBox="1">
            <a:spLocks noChangeArrowheads="1"/>
          </p:cNvSpPr>
          <p:nvPr/>
        </p:nvSpPr>
        <p:spPr bwMode="auto">
          <a:xfrm>
            <a:off x="384775" y="1804608"/>
            <a:ext cx="2026986" cy="1120336"/>
          </a:xfrm>
          <a:prstGeom prst="rect">
            <a:avLst/>
          </a:prstGeom>
          <a:solidFill>
            <a:schemeClr val="bg1"/>
          </a:solidFill>
          <a:ln w="19050">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1800" dirty="0">
                <a:solidFill>
                  <a:srgbClr val="000000"/>
                </a:solidFill>
                <a:latin typeface="Tahoma" panose="020B0604030504040204" pitchFamily="34" charset="0"/>
              </a:rPr>
              <a:t>[parameters]</a:t>
            </a:r>
          </a:p>
          <a:p>
            <a:pPr eaLnBrk="1" hangingPunct="1">
              <a:spcBef>
                <a:spcPct val="0"/>
              </a:spcBef>
              <a:buFontTx/>
              <a:buNone/>
            </a:pPr>
            <a:r>
              <a:rPr lang="en-US" altLang="ja-JP" sz="1800" dirty="0" err="1">
                <a:solidFill>
                  <a:srgbClr val="000000"/>
                </a:solidFill>
                <a:latin typeface="Tahoma" panose="020B0604030504040204" pitchFamily="34" charset="0"/>
              </a:rPr>
              <a:t>icntl</a:t>
            </a:r>
            <a:r>
              <a:rPr lang="en-US" altLang="ja-JP" sz="1800" dirty="0">
                <a:solidFill>
                  <a:srgbClr val="000000"/>
                </a:solidFill>
                <a:latin typeface="Tahoma" panose="020B0604030504040204" pitchFamily="34" charset="0"/>
              </a:rPr>
              <a:t> = 17</a:t>
            </a:r>
          </a:p>
          <a:p>
            <a:pPr eaLnBrk="1" hangingPunct="1">
              <a:spcBef>
                <a:spcPct val="0"/>
              </a:spcBef>
              <a:buFontTx/>
              <a:buNone/>
            </a:pPr>
            <a:r>
              <a:rPr lang="en-US" altLang="ja-JP" sz="1800" dirty="0">
                <a:solidFill>
                  <a:srgbClr val="000000"/>
                </a:solidFill>
                <a:latin typeface="Tahoma" panose="020B0604030504040204" pitchFamily="34" charset="0"/>
              </a:rPr>
              <a:t>…</a:t>
            </a:r>
          </a:p>
        </p:txBody>
      </p:sp>
      <p:sp>
        <p:nvSpPr>
          <p:cNvPr id="16" name="テキスト ボックス 15">
            <a:extLst>
              <a:ext uri="{FF2B5EF4-FFF2-40B4-BE49-F238E27FC236}">
                <a16:creationId xmlns:a16="http://schemas.microsoft.com/office/drawing/2014/main" id="{C660B213-3A7C-44DE-98B2-F35C8F98C41D}"/>
              </a:ext>
            </a:extLst>
          </p:cNvPr>
          <p:cNvSpPr txBox="1"/>
          <p:nvPr/>
        </p:nvSpPr>
        <p:spPr>
          <a:xfrm>
            <a:off x="263498" y="3000375"/>
            <a:ext cx="3372397" cy="400110"/>
          </a:xfrm>
          <a:prstGeom prst="rect">
            <a:avLst/>
          </a:prstGeom>
          <a:noFill/>
        </p:spPr>
        <p:txBody>
          <a:bodyPr wrap="square" rtlCol="0">
            <a:spAutoFit/>
          </a:bodyPr>
          <a:lstStyle/>
          <a:p>
            <a:r>
              <a:rPr lang="en-US" altLang="ja-JP" sz="2000" dirty="0" err="1">
                <a:solidFill>
                  <a:srgbClr val="FF0000"/>
                </a:solidFill>
                <a:latin typeface="Arial" panose="020B0604020202020204" pitchFamily="34" charset="0"/>
                <a:cs typeface="Arial" panose="020B0604020202020204" pitchFamily="34" charset="0"/>
              </a:rPr>
              <a:t>icntl</a:t>
            </a:r>
            <a:r>
              <a:rPr lang="en-US" altLang="ja-JP" sz="2000" dirty="0">
                <a:solidFill>
                  <a:srgbClr val="FF0000"/>
                </a:solidFill>
                <a:latin typeface="Arial" panose="020B0604020202020204" pitchFamily="34" charset="0"/>
                <a:cs typeface="Arial" panose="020B0604020202020204" pitchFamily="34" charset="0"/>
              </a:rPr>
              <a:t>=17</a:t>
            </a:r>
            <a:r>
              <a:rPr lang="ja-JP" altLang="en-US" sz="2000" dirty="0">
                <a:solidFill>
                  <a:srgbClr val="FF0000"/>
                </a:solidFill>
                <a:latin typeface="Arial" panose="020B0604020202020204" pitchFamily="34" charset="0"/>
                <a:cs typeface="Arial" panose="020B0604020202020204" pitchFamily="34" charset="0"/>
              </a:rPr>
              <a:t>（</a:t>
            </a:r>
            <a:r>
              <a:rPr lang="en-US" altLang="ja-JP" sz="2000" dirty="0" err="1">
                <a:solidFill>
                  <a:srgbClr val="FF0000"/>
                </a:solidFill>
                <a:latin typeface="Arial" panose="020B0604020202020204" pitchFamily="34" charset="0"/>
                <a:cs typeface="Arial" panose="020B0604020202020204" pitchFamily="34" charset="0"/>
              </a:rPr>
              <a:t>anatally</a:t>
            </a:r>
            <a:r>
              <a:rPr lang="ja-JP" altLang="en-US" sz="2000" dirty="0">
                <a:solidFill>
                  <a:srgbClr val="FF0000"/>
                </a:solidFill>
                <a:latin typeface="Arial" panose="020B0604020202020204" pitchFamily="34" charset="0"/>
                <a:cs typeface="Arial" panose="020B0604020202020204" pitchFamily="34" charset="0"/>
              </a:rPr>
              <a:t>実行モード）</a:t>
            </a:r>
            <a:endParaRPr kumimoji="1" lang="ja-JP" altLang="en-US" sz="2000" dirty="0">
              <a:solidFill>
                <a:srgbClr val="FF0000"/>
              </a:solidFill>
              <a:latin typeface="Arial" panose="020B0604020202020204" pitchFamily="34" charset="0"/>
              <a:cs typeface="Arial" panose="020B0604020202020204" pitchFamily="34" charset="0"/>
            </a:endParaRPr>
          </a:p>
        </p:txBody>
      </p:sp>
      <p:grpSp>
        <p:nvGrpSpPr>
          <p:cNvPr id="22" name="グループ化 21">
            <a:extLst>
              <a:ext uri="{FF2B5EF4-FFF2-40B4-BE49-F238E27FC236}">
                <a16:creationId xmlns:a16="http://schemas.microsoft.com/office/drawing/2014/main" id="{78068311-361A-4F29-84E8-0C2A461B9DD5}"/>
              </a:ext>
            </a:extLst>
          </p:cNvPr>
          <p:cNvGrpSpPr/>
          <p:nvPr/>
        </p:nvGrpSpPr>
        <p:grpSpPr>
          <a:xfrm>
            <a:off x="4626268" y="451228"/>
            <a:ext cx="4254233" cy="4087505"/>
            <a:chOff x="4236513" y="650729"/>
            <a:chExt cx="4536504" cy="4358714"/>
          </a:xfrm>
        </p:grpSpPr>
        <p:sp>
          <p:nvSpPr>
            <p:cNvPr id="28" name="テキスト ボックス 27">
              <a:extLst>
                <a:ext uri="{FF2B5EF4-FFF2-40B4-BE49-F238E27FC236}">
                  <a16:creationId xmlns:a16="http://schemas.microsoft.com/office/drawing/2014/main" id="{42A36CB1-364B-4F8A-8635-E0D858F3D898}"/>
                </a:ext>
              </a:extLst>
            </p:cNvPr>
            <p:cNvSpPr txBox="1"/>
            <p:nvPr/>
          </p:nvSpPr>
          <p:spPr>
            <a:xfrm>
              <a:off x="5867604" y="4609333"/>
              <a:ext cx="2843193" cy="400110"/>
            </a:xfrm>
            <a:prstGeom prst="rect">
              <a:avLst/>
            </a:prstGeom>
            <a:noFill/>
          </p:spPr>
          <p:txBody>
            <a:bodyPr wrap="square" rtlCol="0">
              <a:spAutoFit/>
            </a:bodyPr>
            <a:lstStyle/>
            <a:p>
              <a:pPr algn="ctr"/>
              <a:r>
                <a:rPr lang="en-US" altLang="ja-JP" sz="2000" dirty="0" err="1">
                  <a:solidFill>
                    <a:schemeClr val="accent2"/>
                  </a:solidFill>
                  <a:latin typeface="Arial" panose="020B0604020202020204" pitchFamily="34" charset="0"/>
                  <a:cs typeface="Arial" panose="020B0604020202020204" pitchFamily="34" charset="0"/>
                </a:rPr>
                <a:t>track_rz_anatally.eps</a:t>
              </a:r>
              <a:endParaRPr kumimoji="1" lang="ja-JP" altLang="en-US" sz="2000" dirty="0">
                <a:solidFill>
                  <a:schemeClr val="accent2"/>
                </a:solidFill>
                <a:latin typeface="Arial" panose="020B0604020202020204" pitchFamily="34" charset="0"/>
                <a:cs typeface="Arial" panose="020B0604020202020204" pitchFamily="34" charset="0"/>
              </a:endParaRPr>
            </a:p>
          </p:txBody>
        </p:sp>
        <p:pic>
          <p:nvPicPr>
            <p:cNvPr id="3" name="図 2">
              <a:extLst>
                <a:ext uri="{FF2B5EF4-FFF2-40B4-BE49-F238E27FC236}">
                  <a16:creationId xmlns:a16="http://schemas.microsoft.com/office/drawing/2014/main" id="{5F6E124C-0068-4783-9376-2D85E3B3A626}"/>
                </a:ext>
              </a:extLst>
            </p:cNvPr>
            <p:cNvPicPr>
              <a:picLocks noChangeAspect="1"/>
            </p:cNvPicPr>
            <p:nvPr/>
          </p:nvPicPr>
          <p:blipFill rotWithShape="1">
            <a:blip r:embed="rId3"/>
            <a:srcRect l="5012" t="2102" r="3561" b="3815"/>
            <a:stretch/>
          </p:blipFill>
          <p:spPr>
            <a:xfrm>
              <a:off x="4236513" y="650729"/>
              <a:ext cx="4536504" cy="3960440"/>
            </a:xfrm>
            <a:prstGeom prst="rect">
              <a:avLst/>
            </a:prstGeom>
          </p:spPr>
        </p:pic>
        <p:sp>
          <p:nvSpPr>
            <p:cNvPr id="4" name="楕円 3">
              <a:extLst>
                <a:ext uri="{FF2B5EF4-FFF2-40B4-BE49-F238E27FC236}">
                  <a16:creationId xmlns:a16="http://schemas.microsoft.com/office/drawing/2014/main" id="{DB959640-EE68-4472-9623-D8F3F3A2FE20}"/>
                </a:ext>
              </a:extLst>
            </p:cNvPr>
            <p:cNvSpPr/>
            <p:nvPr/>
          </p:nvSpPr>
          <p:spPr>
            <a:xfrm>
              <a:off x="4791270" y="850784"/>
              <a:ext cx="1368152" cy="72008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DF8F1258-F2EA-4805-802A-32258F907583}"/>
                </a:ext>
              </a:extLst>
            </p:cNvPr>
            <p:cNvSpPr txBox="1"/>
            <p:nvPr/>
          </p:nvSpPr>
          <p:spPr>
            <a:xfrm>
              <a:off x="6159421" y="804446"/>
              <a:ext cx="1939782" cy="754855"/>
            </a:xfrm>
            <a:prstGeom prst="rect">
              <a:avLst/>
            </a:prstGeom>
            <a:noFill/>
          </p:spPr>
          <p:txBody>
            <a:bodyPr wrap="square" rtlCol="0">
              <a:spAutoFit/>
            </a:bodyPr>
            <a:lstStyle/>
            <a:p>
              <a:r>
                <a:rPr kumimoji="1" lang="ja-JP" altLang="en-US" sz="2000" dirty="0">
                  <a:solidFill>
                    <a:srgbClr val="FF0000"/>
                  </a:solidFill>
                  <a:latin typeface="Arial" panose="020B0604020202020204" pitchFamily="34" charset="0"/>
                  <a:cs typeface="Arial" panose="020B0604020202020204" pitchFamily="34" charset="0"/>
                </a:rPr>
                <a:t>密度の影響がほとんどない</a:t>
              </a:r>
            </a:p>
          </p:txBody>
        </p:sp>
        <p:sp>
          <p:nvSpPr>
            <p:cNvPr id="27" name="楕円 26">
              <a:extLst>
                <a:ext uri="{FF2B5EF4-FFF2-40B4-BE49-F238E27FC236}">
                  <a16:creationId xmlns:a16="http://schemas.microsoft.com/office/drawing/2014/main" id="{D83D3358-5AFC-4E56-8766-A7484599F9EA}"/>
                </a:ext>
              </a:extLst>
            </p:cNvPr>
            <p:cNvSpPr/>
            <p:nvPr/>
          </p:nvSpPr>
          <p:spPr>
            <a:xfrm>
              <a:off x="7243477" y="2306913"/>
              <a:ext cx="1368152" cy="1512168"/>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ボックス 28">
              <a:extLst>
                <a:ext uri="{FF2B5EF4-FFF2-40B4-BE49-F238E27FC236}">
                  <a16:creationId xmlns:a16="http://schemas.microsoft.com/office/drawing/2014/main" id="{BC6DC8F5-FE41-4464-880D-976E3BAEDC19}"/>
                </a:ext>
              </a:extLst>
            </p:cNvPr>
            <p:cNvSpPr txBox="1"/>
            <p:nvPr/>
          </p:nvSpPr>
          <p:spPr>
            <a:xfrm>
              <a:off x="5484002" y="2736155"/>
              <a:ext cx="1805198" cy="754855"/>
            </a:xfrm>
            <a:prstGeom prst="rect">
              <a:avLst/>
            </a:prstGeom>
            <a:noFill/>
          </p:spPr>
          <p:txBody>
            <a:bodyPr wrap="square" rtlCol="0">
              <a:spAutoFit/>
            </a:bodyPr>
            <a:lstStyle/>
            <a:p>
              <a:r>
                <a:rPr kumimoji="1" lang="ja-JP" altLang="en-US" sz="2000" dirty="0">
                  <a:solidFill>
                    <a:srgbClr val="FF0000"/>
                  </a:solidFill>
                  <a:latin typeface="Arial" panose="020B0604020202020204" pitchFamily="34" charset="0"/>
                  <a:cs typeface="Arial" panose="020B0604020202020204" pitchFamily="34" charset="0"/>
                </a:rPr>
                <a:t>密度の影響を大きく受ける</a:t>
              </a:r>
            </a:p>
          </p:txBody>
        </p:sp>
      </p:grpSp>
      <p:sp>
        <p:nvSpPr>
          <p:cNvPr id="30" name="Text Box 1030">
            <a:extLst>
              <a:ext uri="{FF2B5EF4-FFF2-40B4-BE49-F238E27FC236}">
                <a16:creationId xmlns:a16="http://schemas.microsoft.com/office/drawing/2014/main" id="{0FF7E4D6-F39B-441D-B0D3-D15729F925A7}"/>
              </a:ext>
            </a:extLst>
          </p:cNvPr>
          <p:cNvSpPr txBox="1">
            <a:spLocks noChangeArrowheads="1"/>
          </p:cNvSpPr>
          <p:nvPr/>
        </p:nvSpPr>
        <p:spPr bwMode="auto">
          <a:xfrm>
            <a:off x="168750" y="3718643"/>
            <a:ext cx="2530949" cy="40011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2000" dirty="0" err="1">
                <a:solidFill>
                  <a:srgbClr val="000000"/>
                </a:solidFill>
                <a:latin typeface="Tahoma" panose="020B0604030504040204" pitchFamily="34" charset="0"/>
              </a:rPr>
              <a:t>track_rz_anatally.out</a:t>
            </a:r>
            <a:endParaRPr lang="en-US" altLang="ja-JP" sz="2000" dirty="0">
              <a:solidFill>
                <a:srgbClr val="000000"/>
              </a:solidFill>
              <a:latin typeface="Tahoma" panose="020B0604030504040204" pitchFamily="34" charset="0"/>
            </a:endParaRPr>
          </a:p>
        </p:txBody>
      </p:sp>
      <p:sp>
        <p:nvSpPr>
          <p:cNvPr id="31" name="Text Box 1031">
            <a:extLst>
              <a:ext uri="{FF2B5EF4-FFF2-40B4-BE49-F238E27FC236}">
                <a16:creationId xmlns:a16="http://schemas.microsoft.com/office/drawing/2014/main" id="{423B9E20-4D74-488F-A0FB-3013E231B492}"/>
              </a:ext>
            </a:extLst>
          </p:cNvPr>
          <p:cNvSpPr txBox="1">
            <a:spLocks noChangeArrowheads="1"/>
          </p:cNvSpPr>
          <p:nvPr/>
        </p:nvSpPr>
        <p:spPr bwMode="auto">
          <a:xfrm>
            <a:off x="370983" y="4256449"/>
            <a:ext cx="5569169" cy="2052871"/>
          </a:xfrm>
          <a:prstGeom prst="rect">
            <a:avLst/>
          </a:prstGeom>
          <a:solidFill>
            <a:schemeClr val="bg1"/>
          </a:solidFill>
          <a:ln w="19050">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1400" dirty="0">
                <a:solidFill>
                  <a:srgbClr val="000000"/>
                </a:solidFill>
                <a:latin typeface="Tahoma" panose="020B0604030504040204" pitchFamily="34" charset="0"/>
              </a:rPr>
              <a:t>x: z [cm]</a:t>
            </a:r>
          </a:p>
          <a:p>
            <a:pPr eaLnBrk="1" hangingPunct="1">
              <a:spcBef>
                <a:spcPct val="0"/>
              </a:spcBef>
              <a:buFontTx/>
              <a:buNone/>
            </a:pPr>
            <a:r>
              <a:rPr lang="en-US" altLang="ja-JP" sz="1400" dirty="0">
                <a:solidFill>
                  <a:srgbClr val="000000"/>
                </a:solidFill>
                <a:latin typeface="Tahoma" panose="020B0604030504040204" pitchFamily="34" charset="0"/>
              </a:rPr>
              <a:t>y: effective dose [</a:t>
            </a:r>
            <a:r>
              <a:rPr lang="en-US" altLang="ja-JP" sz="1400" dirty="0" err="1">
                <a:solidFill>
                  <a:srgbClr val="000000"/>
                </a:solidFill>
                <a:latin typeface="Tahoma" panose="020B0604030504040204" pitchFamily="34" charset="0"/>
              </a:rPr>
              <a:t>psv</a:t>
            </a:r>
            <a:r>
              <a:rPr lang="en-US" altLang="ja-JP" sz="1400" dirty="0">
                <a:solidFill>
                  <a:srgbClr val="000000"/>
                </a:solidFill>
                <a:latin typeface="Tahoma" panose="020B0604030504040204" pitchFamily="34" charset="0"/>
              </a:rPr>
              <a:t>/source]</a:t>
            </a:r>
          </a:p>
          <a:p>
            <a:pPr eaLnBrk="1" hangingPunct="1">
              <a:spcBef>
                <a:spcPct val="0"/>
              </a:spcBef>
              <a:buFontTx/>
              <a:buNone/>
            </a:pPr>
            <a:r>
              <a:rPr lang="en-US" altLang="ja-JP" sz="1400" dirty="0">
                <a:solidFill>
                  <a:srgbClr val="000000"/>
                </a:solidFill>
                <a:latin typeface="Tahoma" panose="020B0604030504040204" pitchFamily="34" charset="0"/>
              </a:rPr>
              <a:t>p: </a:t>
            </a:r>
            <a:r>
              <a:rPr lang="en-US" altLang="ja-JP" sz="1400" dirty="0" err="1">
                <a:solidFill>
                  <a:srgbClr val="000000"/>
                </a:solidFill>
                <a:latin typeface="Tahoma" panose="020B0604030504040204" pitchFamily="34" charset="0"/>
              </a:rPr>
              <a:t>xlin</a:t>
            </a:r>
            <a:r>
              <a:rPr lang="en-US" altLang="ja-JP" sz="1400" dirty="0">
                <a:solidFill>
                  <a:srgbClr val="000000"/>
                </a:solidFill>
                <a:latin typeface="Tahoma" panose="020B0604030504040204" pitchFamily="34" charset="0"/>
              </a:rPr>
              <a:t> </a:t>
            </a:r>
            <a:r>
              <a:rPr lang="en-US" altLang="ja-JP" sz="1400" dirty="0" err="1">
                <a:solidFill>
                  <a:srgbClr val="000000"/>
                </a:solidFill>
                <a:latin typeface="Tahoma" panose="020B0604030504040204" pitchFamily="34" charset="0"/>
              </a:rPr>
              <a:t>ylog</a:t>
            </a:r>
            <a:r>
              <a:rPr lang="en-US" altLang="ja-JP" sz="1400" dirty="0">
                <a:solidFill>
                  <a:srgbClr val="000000"/>
                </a:solidFill>
                <a:latin typeface="Tahoma" panose="020B0604030504040204" pitchFamily="34" charset="0"/>
              </a:rPr>
              <a:t> </a:t>
            </a:r>
            <a:r>
              <a:rPr lang="en-US" altLang="ja-JP" sz="1400" dirty="0" err="1">
                <a:solidFill>
                  <a:srgbClr val="000000"/>
                </a:solidFill>
                <a:latin typeface="Tahoma" panose="020B0604030504040204" pitchFamily="34" charset="0"/>
              </a:rPr>
              <a:t>afac</a:t>
            </a:r>
            <a:r>
              <a:rPr lang="en-US" altLang="ja-JP" sz="1400" dirty="0">
                <a:solidFill>
                  <a:srgbClr val="000000"/>
                </a:solidFill>
                <a:latin typeface="Tahoma" panose="020B0604030504040204" pitchFamily="34" charset="0"/>
              </a:rPr>
              <a:t>(0.8) form(0.9)</a:t>
            </a:r>
          </a:p>
          <a:p>
            <a:pPr eaLnBrk="1" hangingPunct="1">
              <a:spcBef>
                <a:spcPct val="0"/>
              </a:spcBef>
              <a:buFontTx/>
              <a:buNone/>
            </a:pPr>
            <a:r>
              <a:rPr lang="en-US" altLang="ja-JP" sz="1400" dirty="0">
                <a:solidFill>
                  <a:srgbClr val="000000"/>
                </a:solidFill>
                <a:latin typeface="Tahoma" panose="020B0604030504040204" pitchFamily="34" charset="0"/>
              </a:rPr>
              <a:t>p: </a:t>
            </a:r>
            <a:r>
              <a:rPr lang="en-US" altLang="ja-JP" sz="1400" dirty="0" err="1">
                <a:solidFill>
                  <a:srgbClr val="000000"/>
                </a:solidFill>
                <a:latin typeface="Tahoma" panose="020B0604030504040204" pitchFamily="34" charset="0"/>
              </a:rPr>
              <a:t>ymax</a:t>
            </a:r>
            <a:r>
              <a:rPr lang="en-US" altLang="ja-JP" sz="1400" dirty="0">
                <a:solidFill>
                  <a:srgbClr val="000000"/>
                </a:solidFill>
                <a:latin typeface="Tahoma" panose="020B0604030504040204" pitchFamily="34" charset="0"/>
              </a:rPr>
              <a:t>(3.0)  </a:t>
            </a:r>
            <a:r>
              <a:rPr lang="en-US" altLang="ja-JP" sz="1400" dirty="0" err="1">
                <a:solidFill>
                  <a:srgbClr val="000000"/>
                </a:solidFill>
                <a:latin typeface="Tahoma" panose="020B0604030504040204" pitchFamily="34" charset="0"/>
              </a:rPr>
              <a:t>ymin</a:t>
            </a:r>
            <a:r>
              <a:rPr lang="en-US" altLang="ja-JP" sz="1400" dirty="0">
                <a:solidFill>
                  <a:srgbClr val="000000"/>
                </a:solidFill>
                <a:latin typeface="Tahoma" panose="020B0604030504040204" pitchFamily="34" charset="0"/>
              </a:rPr>
              <a:t>(0.01) </a:t>
            </a:r>
          </a:p>
          <a:p>
            <a:pPr eaLnBrk="1" hangingPunct="1">
              <a:spcBef>
                <a:spcPct val="0"/>
              </a:spcBef>
              <a:buFontTx/>
              <a:buNone/>
            </a:pPr>
            <a:r>
              <a:rPr lang="en-US" altLang="ja-JP" sz="1400" dirty="0">
                <a:solidFill>
                  <a:srgbClr val="000000"/>
                </a:solidFill>
                <a:latin typeface="Tahoma" panose="020B0604030504040204" pitchFamily="34" charset="0"/>
              </a:rPr>
              <a:t>h: n            x            y1(all     ),hh0l   ny21 dy1=[y1*y21] </a:t>
            </a:r>
          </a:p>
          <a:p>
            <a:pPr eaLnBrk="1" hangingPunct="1">
              <a:spcBef>
                <a:spcPct val="0"/>
              </a:spcBef>
              <a:buFontTx/>
              <a:buNone/>
            </a:pPr>
            <a:r>
              <a:rPr lang="en-US" altLang="ja-JP" sz="1400" dirty="0">
                <a:solidFill>
                  <a:srgbClr val="000000"/>
                </a:solidFill>
                <a:latin typeface="Tahoma" panose="020B0604030504040204" pitchFamily="34" charset="0"/>
              </a:rPr>
              <a:t>#  z-lower               z-upper                 all      </a:t>
            </a:r>
            <a:r>
              <a:rPr lang="en-US" altLang="ja-JP" sz="1400" dirty="0" err="1">
                <a:solidFill>
                  <a:srgbClr val="000000"/>
                </a:solidFill>
                <a:latin typeface="Tahoma" panose="020B0604030504040204" pitchFamily="34" charset="0"/>
              </a:rPr>
              <a:t>r.err</a:t>
            </a:r>
            <a:r>
              <a:rPr lang="en-US" altLang="ja-JP" sz="1400" dirty="0">
                <a:solidFill>
                  <a:srgbClr val="000000"/>
                </a:solidFill>
                <a:latin typeface="Tahoma" panose="020B0604030504040204" pitchFamily="34" charset="0"/>
              </a:rPr>
              <a:t> </a:t>
            </a:r>
          </a:p>
          <a:p>
            <a:pPr eaLnBrk="1" hangingPunct="1">
              <a:spcBef>
                <a:spcPct val="0"/>
              </a:spcBef>
              <a:buFontTx/>
              <a:buNone/>
            </a:pPr>
            <a:r>
              <a:rPr lang="en-US" altLang="ja-JP" sz="1400" dirty="0">
                <a:solidFill>
                  <a:srgbClr val="000000"/>
                </a:solidFill>
                <a:latin typeface="Tahoma" panose="020B0604030504040204" pitchFamily="34" charset="0"/>
              </a:rPr>
              <a:t>   0.0000E+00   1.0000E+00   1.9613E+00  0.0221  0.0210  0.0067</a:t>
            </a:r>
          </a:p>
          <a:p>
            <a:pPr eaLnBrk="1" hangingPunct="1">
              <a:spcBef>
                <a:spcPct val="0"/>
              </a:spcBef>
              <a:buFontTx/>
              <a:buNone/>
            </a:pPr>
            <a:r>
              <a:rPr lang="en-US" altLang="ja-JP" sz="1400" dirty="0">
                <a:solidFill>
                  <a:srgbClr val="000000"/>
                </a:solidFill>
                <a:latin typeface="Tahoma" panose="020B0604030504040204" pitchFamily="34" charset="0"/>
              </a:rPr>
              <a:t>   1.0000E+00   2.0000E+00   2.0248E+00  0.0230  0.0217  0.0077</a:t>
            </a:r>
          </a:p>
          <a:p>
            <a:pPr eaLnBrk="1" hangingPunct="1">
              <a:spcBef>
                <a:spcPct val="0"/>
              </a:spcBef>
              <a:buFontTx/>
              <a:buNone/>
            </a:pPr>
            <a:r>
              <a:rPr lang="en-US" altLang="ja-JP" sz="1400" dirty="0">
                <a:solidFill>
                  <a:srgbClr val="000000"/>
                </a:solidFill>
                <a:latin typeface="Tahoma" panose="020B0604030504040204" pitchFamily="34" charset="0"/>
              </a:rPr>
              <a:t>…</a:t>
            </a:r>
          </a:p>
        </p:txBody>
      </p:sp>
      <p:sp>
        <p:nvSpPr>
          <p:cNvPr id="32" name="テキスト ボックス 31">
            <a:extLst>
              <a:ext uri="{FF2B5EF4-FFF2-40B4-BE49-F238E27FC236}">
                <a16:creationId xmlns:a16="http://schemas.microsoft.com/office/drawing/2014/main" id="{9FFAB1C9-B1C5-470C-B9C1-BCC0F9573357}"/>
              </a:ext>
            </a:extLst>
          </p:cNvPr>
          <p:cNvSpPr txBox="1"/>
          <p:nvPr/>
        </p:nvSpPr>
        <p:spPr>
          <a:xfrm>
            <a:off x="3018478" y="4363019"/>
            <a:ext cx="3000609" cy="707886"/>
          </a:xfrm>
          <a:prstGeom prst="rect">
            <a:avLst/>
          </a:prstGeom>
          <a:noFill/>
        </p:spPr>
        <p:txBody>
          <a:bodyPr wrap="square" rtlCol="0">
            <a:spAutoFit/>
          </a:bodyPr>
          <a:lstStyle/>
          <a:p>
            <a:r>
              <a:rPr lang="ja-JP" altLang="en-US" sz="2000" dirty="0">
                <a:solidFill>
                  <a:srgbClr val="FF0000"/>
                </a:solidFill>
                <a:latin typeface="Arial" panose="020B0604020202020204" pitchFamily="34" charset="0"/>
                <a:cs typeface="Arial" panose="020B0604020202020204" pitchFamily="34" charset="0"/>
              </a:rPr>
              <a:t>平均値、全不確かさ、系統的不確かさ、統計誤差</a:t>
            </a:r>
            <a:endParaRPr kumimoji="1" lang="ja-JP" altLang="en-US" sz="2000" dirty="0">
              <a:solidFill>
                <a:srgbClr val="FF0000"/>
              </a:solidFill>
              <a:latin typeface="Arial" panose="020B0604020202020204" pitchFamily="34" charset="0"/>
              <a:cs typeface="Arial" panose="020B0604020202020204" pitchFamily="34" charset="0"/>
            </a:endParaRPr>
          </a:p>
        </p:txBody>
      </p:sp>
      <p:sp>
        <p:nvSpPr>
          <p:cNvPr id="33" name="テキスト ボックス 32">
            <a:extLst>
              <a:ext uri="{FF2B5EF4-FFF2-40B4-BE49-F238E27FC236}">
                <a16:creationId xmlns:a16="http://schemas.microsoft.com/office/drawing/2014/main" id="{3D4C1705-C49F-413A-8D50-945C584366F2}"/>
              </a:ext>
            </a:extLst>
          </p:cNvPr>
          <p:cNvSpPr txBox="1"/>
          <p:nvPr/>
        </p:nvSpPr>
        <p:spPr>
          <a:xfrm>
            <a:off x="6019087" y="4536615"/>
            <a:ext cx="3137391" cy="707886"/>
          </a:xfrm>
          <a:prstGeom prst="rect">
            <a:avLst/>
          </a:prstGeom>
          <a:noFill/>
        </p:spPr>
        <p:txBody>
          <a:bodyPr wrap="square" rtlCol="0">
            <a:spAutoFit/>
          </a:bodyPr>
          <a:lstStyle/>
          <a:p>
            <a:r>
              <a:rPr lang="ja-JP" altLang="en-US" sz="2000" dirty="0">
                <a:solidFill>
                  <a:srgbClr val="FF0000"/>
                </a:solidFill>
                <a:latin typeface="Arial" panose="020B0604020202020204" pitchFamily="34" charset="0"/>
                <a:cs typeface="Arial" panose="020B0604020202020204" pitchFamily="34" charset="0"/>
              </a:rPr>
              <a:t>平均値と全不確かさのみ</a:t>
            </a:r>
            <a:r>
              <a:rPr lang="en-US" altLang="ja-JP" sz="2000" dirty="0">
                <a:solidFill>
                  <a:srgbClr val="FF0000"/>
                </a:solidFill>
                <a:latin typeface="Arial" panose="020B0604020202020204" pitchFamily="34" charset="0"/>
                <a:cs typeface="Arial" panose="020B0604020202020204" pitchFamily="34" charset="0"/>
              </a:rPr>
              <a:t>eps</a:t>
            </a:r>
            <a:r>
              <a:rPr lang="ja-JP" altLang="en-US" sz="2000" dirty="0">
                <a:solidFill>
                  <a:srgbClr val="FF0000"/>
                </a:solidFill>
                <a:latin typeface="Arial" panose="020B0604020202020204" pitchFamily="34" charset="0"/>
                <a:cs typeface="Arial" panose="020B0604020202020204" pitchFamily="34" charset="0"/>
              </a:rPr>
              <a:t>ファイルには表示される</a:t>
            </a:r>
            <a:endParaRPr kumimoji="1" lang="ja-JP" altLang="en-US" sz="2000"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090227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2">
            <a:extLst>
              <a:ext uri="{FF2B5EF4-FFF2-40B4-BE49-F238E27FC236}">
                <a16:creationId xmlns:a16="http://schemas.microsoft.com/office/drawing/2014/main" id="{A426E410-C5E5-439A-A9E9-5DD834B1C9D6}"/>
              </a:ext>
            </a:extLst>
          </p:cNvPr>
          <p:cNvSpPr>
            <a:spLocks noGrp="1" noChangeArrowheads="1"/>
          </p:cNvSpPr>
          <p:nvPr>
            <p:ph type="title" idx="4294967295"/>
          </p:nvPr>
        </p:nvSpPr>
        <p:spPr>
          <a:xfrm>
            <a:off x="0" y="34176"/>
            <a:ext cx="8892480" cy="656623"/>
          </a:xfrm>
          <a:prstGeom prst="rect">
            <a:avLst/>
          </a:prstGeom>
        </p:spPr>
        <p:txBody>
          <a:bodyPr/>
          <a:lstStyle/>
          <a:p>
            <a:pPr eaLnBrk="1" hangingPunct="1">
              <a:defRPr/>
            </a:pPr>
            <a:r>
              <a:rPr lang="ja-JP" altLang="en-US" dirty="0">
                <a:latin typeface="+mn-lt"/>
                <a:cs typeface="Arial" charset="0"/>
              </a:rPr>
              <a:t>課題９</a:t>
            </a:r>
          </a:p>
        </p:txBody>
      </p:sp>
      <p:sp>
        <p:nvSpPr>
          <p:cNvPr id="17" name="テキスト ボックス 16">
            <a:extLst>
              <a:ext uri="{FF2B5EF4-FFF2-40B4-BE49-F238E27FC236}">
                <a16:creationId xmlns:a16="http://schemas.microsoft.com/office/drawing/2014/main" id="{5E9DC010-F5A5-4BC7-B12A-0868E9EF18C3}"/>
              </a:ext>
            </a:extLst>
          </p:cNvPr>
          <p:cNvSpPr txBox="1"/>
          <p:nvPr/>
        </p:nvSpPr>
        <p:spPr>
          <a:xfrm>
            <a:off x="298073" y="1248535"/>
            <a:ext cx="8691867" cy="1400383"/>
          </a:xfrm>
          <a:prstGeom prst="rect">
            <a:avLst/>
          </a:prstGeom>
          <a:noFill/>
        </p:spPr>
        <p:txBody>
          <a:bodyPr wrap="square">
            <a:spAutoFit/>
          </a:bodyPr>
          <a:lstStyle/>
          <a:p>
            <a:pPr marL="457200" indent="-457200" eaLnBrk="1" hangingPunct="1">
              <a:spcBef>
                <a:spcPts val="600"/>
              </a:spcBef>
              <a:buFont typeface="Wingdings" panose="05000000000000000000" pitchFamily="2" charset="2"/>
              <a:buChar char="ü"/>
              <a:defRPr/>
            </a:pPr>
            <a:r>
              <a:rPr lang="ja-JP" altLang="en-US" sz="2000" dirty="0">
                <a:cs typeface="Arial" pitchFamily="34" charset="0"/>
              </a:rPr>
              <a:t>不確実性のあるパラメータに対して３条件（平均値、及び平均値</a:t>
            </a:r>
            <a:r>
              <a:rPr lang="en-US" altLang="ja-JP" sz="2000" dirty="0">
                <a:cs typeface="Arial" pitchFamily="34" charset="0"/>
              </a:rPr>
              <a:t>±1σ</a:t>
            </a:r>
            <a:r>
              <a:rPr lang="ja-JP" altLang="en-US" sz="2000" dirty="0">
                <a:cs typeface="Arial" pitchFamily="34" charset="0"/>
              </a:rPr>
              <a:t>）計算すれば、</a:t>
            </a:r>
            <a:r>
              <a:rPr lang="en-US" altLang="ja-JP" sz="2000" dirty="0">
                <a:cs typeface="Arial" pitchFamily="34" charset="0"/>
              </a:rPr>
              <a:t>ANOVA</a:t>
            </a:r>
            <a:r>
              <a:rPr lang="ja-JP" altLang="en-US" sz="2000" dirty="0">
                <a:cs typeface="Arial" pitchFamily="34" charset="0"/>
              </a:rPr>
              <a:t>により全不確かさを求められることが分かっている*</a:t>
            </a:r>
            <a:endParaRPr lang="en-US" altLang="ja-JP" sz="2000" dirty="0">
              <a:cs typeface="Arial" pitchFamily="34" charset="0"/>
            </a:endParaRPr>
          </a:p>
          <a:p>
            <a:pPr marL="457200" indent="-457200" eaLnBrk="1" hangingPunct="1">
              <a:spcBef>
                <a:spcPts val="600"/>
              </a:spcBef>
              <a:buFont typeface="Wingdings" panose="05000000000000000000" pitchFamily="2" charset="2"/>
              <a:buChar char="ü"/>
              <a:defRPr/>
            </a:pPr>
            <a:r>
              <a:rPr lang="ja-JP" altLang="en-US" sz="2000" dirty="0">
                <a:cs typeface="Arial" pitchFamily="34" charset="0"/>
              </a:rPr>
              <a:t>コンクリート密度が</a:t>
            </a:r>
            <a:r>
              <a:rPr lang="en-US" altLang="ja-JP" sz="2000" dirty="0">
                <a:cs typeface="Arial" pitchFamily="34" charset="0"/>
              </a:rPr>
              <a:t> 2.3 ± 0.1 (g/cm</a:t>
            </a:r>
            <a:r>
              <a:rPr lang="en-US" altLang="ja-JP" sz="2000" baseline="30000" dirty="0">
                <a:cs typeface="Arial" pitchFamily="34" charset="0"/>
              </a:rPr>
              <a:t>3</a:t>
            </a:r>
            <a:r>
              <a:rPr lang="en-US" altLang="ja-JP" sz="2000" dirty="0">
                <a:cs typeface="Arial" pitchFamily="34" charset="0"/>
              </a:rPr>
              <a:t>)</a:t>
            </a:r>
            <a:r>
              <a:rPr lang="ja-JP" altLang="en-US" sz="2000" dirty="0">
                <a:cs typeface="Arial" pitchFamily="34" charset="0"/>
              </a:rPr>
              <a:t>と推定できる場合の実効線量の不確かさを評価してみよう</a:t>
            </a:r>
            <a:endParaRPr lang="en-US" altLang="ja-JP" sz="2000" dirty="0">
              <a:cs typeface="Arial" pitchFamily="34" charset="0"/>
            </a:endParaRPr>
          </a:p>
        </p:txBody>
      </p:sp>
      <p:sp>
        <p:nvSpPr>
          <p:cNvPr id="10" name="テキスト ボックス 20">
            <a:extLst>
              <a:ext uri="{FF2B5EF4-FFF2-40B4-BE49-F238E27FC236}">
                <a16:creationId xmlns:a16="http://schemas.microsoft.com/office/drawing/2014/main" id="{D5583919-EC44-4DF3-816B-548187F2BA0B}"/>
              </a:ext>
            </a:extLst>
          </p:cNvPr>
          <p:cNvSpPr txBox="1">
            <a:spLocks noChangeArrowheads="1"/>
          </p:cNvSpPr>
          <p:nvPr/>
        </p:nvSpPr>
        <p:spPr bwMode="auto">
          <a:xfrm>
            <a:off x="1637928" y="737382"/>
            <a:ext cx="5616624" cy="46166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buFontTx/>
              <a:buNone/>
            </a:pPr>
            <a:r>
              <a:rPr lang="ja-JP" altLang="en-US" sz="2400" dirty="0"/>
              <a:t>３条件法により不確かさを推定してみよう</a:t>
            </a:r>
          </a:p>
        </p:txBody>
      </p:sp>
      <p:sp>
        <p:nvSpPr>
          <p:cNvPr id="9" name="テキスト ボックス 8">
            <a:extLst>
              <a:ext uri="{FF2B5EF4-FFF2-40B4-BE49-F238E27FC236}">
                <a16:creationId xmlns:a16="http://schemas.microsoft.com/office/drawing/2014/main" id="{F58D6519-330D-403B-B6F9-053FBC13B0D9}"/>
              </a:ext>
            </a:extLst>
          </p:cNvPr>
          <p:cNvSpPr txBox="1"/>
          <p:nvPr/>
        </p:nvSpPr>
        <p:spPr>
          <a:xfrm>
            <a:off x="1740950" y="6437505"/>
            <a:ext cx="6635402" cy="369332"/>
          </a:xfrm>
          <a:prstGeom prst="rect">
            <a:avLst/>
          </a:prstGeom>
          <a:noFill/>
        </p:spPr>
        <p:txBody>
          <a:bodyPr wrap="square" lIns="36000" rIns="3600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srgbClr val="000000"/>
                </a:solidFill>
                <a:effectLst/>
                <a:uLnTx/>
                <a:uFillTx/>
                <a:latin typeface="Arial"/>
                <a:ea typeface="+mn-ea"/>
                <a:cs typeface="+mn-cs"/>
              </a:rPr>
              <a:t>*S. Hashimoto and T. Sato, J. </a:t>
            </a:r>
            <a:r>
              <a:rPr kumimoji="1" lang="en-US" altLang="ja-JP" sz="1800" b="0" i="0" u="none" strike="noStrike" kern="1200" cap="none" spc="0" normalizeH="0" baseline="0" noProof="0" dirty="0" err="1">
                <a:ln>
                  <a:noFill/>
                </a:ln>
                <a:solidFill>
                  <a:srgbClr val="000000"/>
                </a:solidFill>
                <a:effectLst/>
                <a:uLnTx/>
                <a:uFillTx/>
                <a:latin typeface="Arial"/>
                <a:ea typeface="+mn-ea"/>
                <a:cs typeface="+mn-cs"/>
              </a:rPr>
              <a:t>Nucl</a:t>
            </a:r>
            <a:r>
              <a:rPr kumimoji="1" lang="en-US" altLang="ja-JP" sz="1800" b="0" i="0" u="none" strike="noStrike" kern="1200" cap="none" spc="0" normalizeH="0" baseline="0" noProof="0" dirty="0">
                <a:ln>
                  <a:noFill/>
                </a:ln>
                <a:solidFill>
                  <a:srgbClr val="000000"/>
                </a:solidFill>
                <a:effectLst/>
                <a:uLnTx/>
                <a:uFillTx/>
                <a:latin typeface="Arial"/>
                <a:ea typeface="+mn-ea"/>
                <a:cs typeface="+mn-cs"/>
              </a:rPr>
              <a:t>. Sci. Technol. 56, 345 (2019)</a:t>
            </a:r>
            <a:endParaRPr kumimoji="1" lang="ja-JP" altLang="en-US" sz="1600" b="0" i="0" u="none" strike="noStrike" kern="1200" cap="none" spc="0" normalizeH="0" baseline="0" noProof="0" dirty="0">
              <a:ln>
                <a:noFill/>
              </a:ln>
              <a:solidFill>
                <a:srgbClr val="000000"/>
              </a:solidFill>
              <a:effectLst/>
              <a:uLnTx/>
              <a:uFillTx/>
              <a:latin typeface="Arial"/>
              <a:ea typeface="+mn-ea"/>
              <a:cs typeface="+mn-cs"/>
            </a:endParaRPr>
          </a:p>
        </p:txBody>
      </p:sp>
      <p:sp>
        <p:nvSpPr>
          <p:cNvPr id="14" name="Text Box 1030">
            <a:extLst>
              <a:ext uri="{FF2B5EF4-FFF2-40B4-BE49-F238E27FC236}">
                <a16:creationId xmlns:a16="http://schemas.microsoft.com/office/drawing/2014/main" id="{F4C5AE00-5BDB-47CA-ACD1-8A46D55BE758}"/>
              </a:ext>
            </a:extLst>
          </p:cNvPr>
          <p:cNvSpPr txBox="1">
            <a:spLocks noChangeArrowheads="1"/>
          </p:cNvSpPr>
          <p:nvPr/>
        </p:nvSpPr>
        <p:spPr bwMode="auto">
          <a:xfrm>
            <a:off x="1115616" y="2806544"/>
            <a:ext cx="1486304" cy="40011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2000" dirty="0" err="1">
                <a:solidFill>
                  <a:srgbClr val="000000"/>
                </a:solidFill>
                <a:latin typeface="Tahoma" panose="020B0604030504040204" pitchFamily="34" charset="0"/>
              </a:rPr>
              <a:t>autorun.inp</a:t>
            </a:r>
            <a:endParaRPr lang="en-US" altLang="ja-JP" sz="2000" dirty="0">
              <a:solidFill>
                <a:srgbClr val="000000"/>
              </a:solidFill>
              <a:latin typeface="Tahoma" panose="020B0604030504040204" pitchFamily="34" charset="0"/>
            </a:endParaRPr>
          </a:p>
        </p:txBody>
      </p:sp>
      <p:sp>
        <p:nvSpPr>
          <p:cNvPr id="15" name="Text Box 1031">
            <a:extLst>
              <a:ext uri="{FF2B5EF4-FFF2-40B4-BE49-F238E27FC236}">
                <a16:creationId xmlns:a16="http://schemas.microsoft.com/office/drawing/2014/main" id="{7A5DE4DA-B4A8-4826-93B8-F0243FA6FA67}"/>
              </a:ext>
            </a:extLst>
          </p:cNvPr>
          <p:cNvSpPr txBox="1">
            <a:spLocks noChangeArrowheads="1"/>
          </p:cNvSpPr>
          <p:nvPr/>
        </p:nvSpPr>
        <p:spPr bwMode="auto">
          <a:xfrm>
            <a:off x="1448248" y="3417251"/>
            <a:ext cx="6247505" cy="1869894"/>
          </a:xfrm>
          <a:prstGeom prst="rect">
            <a:avLst/>
          </a:prstGeom>
          <a:solidFill>
            <a:schemeClr val="bg1"/>
          </a:solidFill>
          <a:ln w="19050">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1800" dirty="0">
                <a:solidFill>
                  <a:srgbClr val="000000"/>
                </a:solidFill>
                <a:latin typeface="Tahoma" panose="020B0604030504040204" pitchFamily="34" charset="0"/>
              </a:rPr>
              <a:t>file=</a:t>
            </a:r>
            <a:r>
              <a:rPr lang="en-US" altLang="ja-JP" sz="1800" dirty="0" err="1">
                <a:solidFill>
                  <a:srgbClr val="000000"/>
                </a:solidFill>
                <a:latin typeface="Tahoma" panose="020B0604030504040204" pitchFamily="34" charset="0"/>
              </a:rPr>
              <a:t>phits.inp</a:t>
            </a:r>
            <a:r>
              <a:rPr lang="en-US" altLang="ja-JP" sz="1800" dirty="0">
                <a:solidFill>
                  <a:srgbClr val="000000"/>
                </a:solidFill>
                <a:latin typeface="Tahoma" panose="020B0604030504040204" pitchFamily="34" charset="0"/>
              </a:rPr>
              <a:t>  $ PHITS input file name</a:t>
            </a:r>
          </a:p>
          <a:p>
            <a:pPr eaLnBrk="1" hangingPunct="1">
              <a:spcBef>
                <a:spcPct val="0"/>
              </a:spcBef>
              <a:buFontTx/>
              <a:buNone/>
            </a:pPr>
            <a:r>
              <a:rPr lang="en-US" altLang="ja-JP" sz="1800" dirty="0">
                <a:solidFill>
                  <a:srgbClr val="000000"/>
                </a:solidFill>
                <a:latin typeface="Tahoma" panose="020B0604030504040204" pitchFamily="34" charset="0"/>
              </a:rPr>
              <a:t>set:c1          $ Variable parameter</a:t>
            </a:r>
          </a:p>
          <a:p>
            <a:pPr eaLnBrk="1" hangingPunct="1">
              <a:spcBef>
                <a:spcPct val="0"/>
              </a:spcBef>
              <a:buFontTx/>
              <a:buNone/>
            </a:pPr>
            <a:r>
              <a:rPr lang="en-US" altLang="ja-JP" sz="1800" dirty="0">
                <a:solidFill>
                  <a:srgbClr val="000000"/>
                </a:solidFill>
                <a:latin typeface="Tahoma" panose="020B0604030504040204" pitchFamily="34" charset="0"/>
              </a:rPr>
              <a:t>c-type=</a:t>
            </a:r>
            <a:r>
              <a:rPr lang="en-US" altLang="ja-JP" sz="1800" dirty="0">
                <a:latin typeface="Tahoma" panose="020B0604030504040204" pitchFamily="34" charset="0"/>
              </a:rPr>
              <a:t>2</a:t>
            </a:r>
            <a:r>
              <a:rPr lang="en-US" altLang="ja-JP" sz="1800" dirty="0">
                <a:solidFill>
                  <a:srgbClr val="000000"/>
                </a:solidFill>
                <a:latin typeface="Tahoma" panose="020B0604030504040204" pitchFamily="34" charset="0"/>
              </a:rPr>
              <a:t>        $ 1: data point, 2: linear, 3: log interpolation</a:t>
            </a:r>
          </a:p>
          <a:p>
            <a:pPr eaLnBrk="1" hangingPunct="1">
              <a:spcBef>
                <a:spcPct val="0"/>
              </a:spcBef>
              <a:buFontTx/>
              <a:buNone/>
            </a:pPr>
            <a:r>
              <a:rPr lang="en-US" altLang="ja-JP" sz="1800" dirty="0" err="1">
                <a:solidFill>
                  <a:srgbClr val="000000"/>
                </a:solidFill>
                <a:latin typeface="Tahoma" panose="020B0604030504040204" pitchFamily="34" charset="0"/>
              </a:rPr>
              <a:t>nc</a:t>
            </a:r>
            <a:r>
              <a:rPr lang="en-US" altLang="ja-JP" sz="1800" dirty="0">
                <a:solidFill>
                  <a:srgbClr val="000000"/>
                </a:solidFill>
                <a:latin typeface="Tahoma" panose="020B0604030504040204" pitchFamily="34" charset="0"/>
              </a:rPr>
              <a:t>=</a:t>
            </a:r>
            <a:r>
              <a:rPr lang="en-US" altLang="ja-JP" sz="1800" dirty="0">
                <a:solidFill>
                  <a:srgbClr val="FF0000"/>
                </a:solidFill>
                <a:latin typeface="Tahoma" panose="020B0604030504040204" pitchFamily="34" charset="0"/>
              </a:rPr>
              <a:t>5</a:t>
            </a:r>
            <a:r>
              <a:rPr lang="en-US" altLang="ja-JP" sz="1800" dirty="0">
                <a:solidFill>
                  <a:srgbClr val="000000"/>
                </a:solidFill>
                <a:latin typeface="Tahoma" panose="020B0604030504040204" pitchFamily="34" charset="0"/>
              </a:rPr>
              <a:t>            $ Number of data points</a:t>
            </a:r>
          </a:p>
          <a:p>
            <a:pPr eaLnBrk="1" hangingPunct="1">
              <a:spcBef>
                <a:spcPct val="0"/>
              </a:spcBef>
              <a:buFontTx/>
              <a:buNone/>
            </a:pPr>
            <a:r>
              <a:rPr lang="en-US" altLang="ja-JP" sz="1800" dirty="0" err="1">
                <a:solidFill>
                  <a:srgbClr val="000000"/>
                </a:solidFill>
                <a:latin typeface="Tahoma" panose="020B0604030504040204" pitchFamily="34" charset="0"/>
              </a:rPr>
              <a:t>cmin</a:t>
            </a:r>
            <a:r>
              <a:rPr lang="en-US" altLang="ja-JP" sz="1800" dirty="0">
                <a:solidFill>
                  <a:srgbClr val="000000"/>
                </a:solidFill>
                <a:latin typeface="Tahoma" panose="020B0604030504040204" pitchFamily="34" charset="0"/>
              </a:rPr>
              <a:t> = </a:t>
            </a:r>
            <a:r>
              <a:rPr lang="en-US" altLang="ja-JP" sz="1800" dirty="0">
                <a:solidFill>
                  <a:srgbClr val="FF0000"/>
                </a:solidFill>
                <a:latin typeface="Tahoma" panose="020B0604030504040204" pitchFamily="34" charset="0"/>
              </a:rPr>
              <a:t>2.0</a:t>
            </a:r>
          </a:p>
          <a:p>
            <a:pPr eaLnBrk="1" hangingPunct="1">
              <a:spcBef>
                <a:spcPct val="0"/>
              </a:spcBef>
              <a:buFontTx/>
              <a:buNone/>
            </a:pPr>
            <a:r>
              <a:rPr lang="en-US" altLang="ja-JP" sz="1800" dirty="0" err="1">
                <a:solidFill>
                  <a:srgbClr val="000000"/>
                </a:solidFill>
                <a:latin typeface="Tahoma" panose="020B0604030504040204" pitchFamily="34" charset="0"/>
              </a:rPr>
              <a:t>cmax</a:t>
            </a:r>
            <a:r>
              <a:rPr lang="en-US" altLang="ja-JP" sz="1800" dirty="0">
                <a:solidFill>
                  <a:srgbClr val="000000"/>
                </a:solidFill>
                <a:latin typeface="Tahoma" panose="020B0604030504040204" pitchFamily="34" charset="0"/>
              </a:rPr>
              <a:t> = </a:t>
            </a:r>
            <a:r>
              <a:rPr lang="en-US" altLang="ja-JP" sz="1800" dirty="0">
                <a:solidFill>
                  <a:srgbClr val="FF0000"/>
                </a:solidFill>
                <a:latin typeface="Tahoma" panose="020B0604030504040204" pitchFamily="34" charset="0"/>
              </a:rPr>
              <a:t>2.8</a:t>
            </a:r>
            <a:endParaRPr lang="pt-BR" altLang="ja-JP" sz="1800" dirty="0">
              <a:solidFill>
                <a:srgbClr val="FF0000"/>
              </a:solidFill>
              <a:latin typeface="Tahoma" panose="020B0604030504040204" pitchFamily="34" charset="0"/>
            </a:endParaRPr>
          </a:p>
        </p:txBody>
      </p:sp>
      <p:sp>
        <p:nvSpPr>
          <p:cNvPr id="16" name="Text Box 1031">
            <a:extLst>
              <a:ext uri="{FF2B5EF4-FFF2-40B4-BE49-F238E27FC236}">
                <a16:creationId xmlns:a16="http://schemas.microsoft.com/office/drawing/2014/main" id="{D1F55462-4580-4193-86FF-1503BE86435A}"/>
              </a:ext>
            </a:extLst>
          </p:cNvPr>
          <p:cNvSpPr txBox="1">
            <a:spLocks noChangeArrowheads="1"/>
          </p:cNvSpPr>
          <p:nvPr/>
        </p:nvSpPr>
        <p:spPr bwMode="auto">
          <a:xfrm>
            <a:off x="1448247" y="3417251"/>
            <a:ext cx="6247505" cy="1869894"/>
          </a:xfrm>
          <a:prstGeom prst="rect">
            <a:avLst/>
          </a:prstGeom>
          <a:solidFill>
            <a:schemeClr val="bg1"/>
          </a:solidFill>
          <a:ln w="19050">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1800" dirty="0">
                <a:solidFill>
                  <a:srgbClr val="000000"/>
                </a:solidFill>
                <a:latin typeface="Tahoma" panose="020B0604030504040204" pitchFamily="34" charset="0"/>
              </a:rPr>
              <a:t>file=</a:t>
            </a:r>
            <a:r>
              <a:rPr lang="en-US" altLang="ja-JP" sz="1800" dirty="0" err="1">
                <a:solidFill>
                  <a:srgbClr val="000000"/>
                </a:solidFill>
                <a:latin typeface="Tahoma" panose="020B0604030504040204" pitchFamily="34" charset="0"/>
              </a:rPr>
              <a:t>phits.inp</a:t>
            </a:r>
            <a:r>
              <a:rPr lang="en-US" altLang="ja-JP" sz="1800" dirty="0">
                <a:solidFill>
                  <a:srgbClr val="000000"/>
                </a:solidFill>
                <a:latin typeface="Tahoma" panose="020B0604030504040204" pitchFamily="34" charset="0"/>
              </a:rPr>
              <a:t>  $ PHITS input file name</a:t>
            </a:r>
          </a:p>
          <a:p>
            <a:pPr eaLnBrk="1" hangingPunct="1">
              <a:spcBef>
                <a:spcPct val="0"/>
              </a:spcBef>
              <a:buFontTx/>
              <a:buNone/>
            </a:pPr>
            <a:r>
              <a:rPr lang="en-US" altLang="ja-JP" sz="1800" dirty="0">
                <a:solidFill>
                  <a:srgbClr val="000000"/>
                </a:solidFill>
                <a:latin typeface="Tahoma" panose="020B0604030504040204" pitchFamily="34" charset="0"/>
              </a:rPr>
              <a:t>set:c1          $ Variable parameter</a:t>
            </a:r>
          </a:p>
          <a:p>
            <a:pPr eaLnBrk="1" hangingPunct="1">
              <a:spcBef>
                <a:spcPct val="0"/>
              </a:spcBef>
              <a:buFontTx/>
              <a:buNone/>
            </a:pPr>
            <a:r>
              <a:rPr lang="en-US" altLang="ja-JP" sz="1800" dirty="0">
                <a:solidFill>
                  <a:srgbClr val="000000"/>
                </a:solidFill>
                <a:latin typeface="Tahoma" panose="020B0604030504040204" pitchFamily="34" charset="0"/>
              </a:rPr>
              <a:t>c-type=</a:t>
            </a:r>
            <a:r>
              <a:rPr lang="en-US" altLang="ja-JP" sz="1800" dirty="0">
                <a:latin typeface="Tahoma" panose="020B0604030504040204" pitchFamily="34" charset="0"/>
              </a:rPr>
              <a:t>2</a:t>
            </a:r>
            <a:r>
              <a:rPr lang="en-US" altLang="ja-JP" sz="1800" dirty="0">
                <a:solidFill>
                  <a:srgbClr val="000000"/>
                </a:solidFill>
                <a:latin typeface="Tahoma" panose="020B0604030504040204" pitchFamily="34" charset="0"/>
              </a:rPr>
              <a:t>        $ 1: data point, 2: linear, 3: log interpolation</a:t>
            </a:r>
          </a:p>
          <a:p>
            <a:pPr eaLnBrk="1" hangingPunct="1">
              <a:spcBef>
                <a:spcPct val="0"/>
              </a:spcBef>
              <a:buFontTx/>
              <a:buNone/>
            </a:pPr>
            <a:r>
              <a:rPr lang="en-US" altLang="ja-JP" sz="1800" dirty="0" err="1">
                <a:solidFill>
                  <a:srgbClr val="000000"/>
                </a:solidFill>
                <a:latin typeface="Tahoma" panose="020B0604030504040204" pitchFamily="34" charset="0"/>
              </a:rPr>
              <a:t>nc</a:t>
            </a:r>
            <a:r>
              <a:rPr lang="en-US" altLang="ja-JP" sz="1800" dirty="0">
                <a:solidFill>
                  <a:srgbClr val="000000"/>
                </a:solidFill>
                <a:latin typeface="Tahoma" panose="020B0604030504040204" pitchFamily="34" charset="0"/>
              </a:rPr>
              <a:t>=</a:t>
            </a:r>
            <a:r>
              <a:rPr lang="en-US" altLang="ja-JP" sz="1800" dirty="0">
                <a:solidFill>
                  <a:srgbClr val="FF0000"/>
                </a:solidFill>
                <a:latin typeface="Tahoma" panose="020B0604030504040204" pitchFamily="34" charset="0"/>
              </a:rPr>
              <a:t>3</a:t>
            </a:r>
            <a:r>
              <a:rPr lang="en-US" altLang="ja-JP" sz="1800" dirty="0">
                <a:solidFill>
                  <a:srgbClr val="000000"/>
                </a:solidFill>
                <a:latin typeface="Tahoma" panose="020B0604030504040204" pitchFamily="34" charset="0"/>
              </a:rPr>
              <a:t>            $ Number of data points</a:t>
            </a:r>
          </a:p>
          <a:p>
            <a:pPr eaLnBrk="1" hangingPunct="1">
              <a:spcBef>
                <a:spcPct val="0"/>
              </a:spcBef>
              <a:buFontTx/>
              <a:buNone/>
            </a:pPr>
            <a:r>
              <a:rPr lang="en-US" altLang="ja-JP" sz="1800" dirty="0" err="1">
                <a:solidFill>
                  <a:srgbClr val="000000"/>
                </a:solidFill>
                <a:latin typeface="Tahoma" panose="020B0604030504040204" pitchFamily="34" charset="0"/>
              </a:rPr>
              <a:t>cmin</a:t>
            </a:r>
            <a:r>
              <a:rPr lang="en-US" altLang="ja-JP" sz="1800" dirty="0">
                <a:solidFill>
                  <a:srgbClr val="000000"/>
                </a:solidFill>
                <a:latin typeface="Tahoma" panose="020B0604030504040204" pitchFamily="34" charset="0"/>
              </a:rPr>
              <a:t> = </a:t>
            </a:r>
            <a:r>
              <a:rPr lang="en-US" altLang="ja-JP" sz="1800" dirty="0">
                <a:solidFill>
                  <a:srgbClr val="FF0000"/>
                </a:solidFill>
                <a:latin typeface="Tahoma" panose="020B0604030504040204" pitchFamily="34" charset="0"/>
              </a:rPr>
              <a:t>2.2</a:t>
            </a:r>
          </a:p>
          <a:p>
            <a:pPr eaLnBrk="1" hangingPunct="1">
              <a:spcBef>
                <a:spcPct val="0"/>
              </a:spcBef>
              <a:buFontTx/>
              <a:buNone/>
            </a:pPr>
            <a:r>
              <a:rPr lang="en-US" altLang="ja-JP" sz="1800" dirty="0" err="1">
                <a:solidFill>
                  <a:srgbClr val="000000"/>
                </a:solidFill>
                <a:latin typeface="Tahoma" panose="020B0604030504040204" pitchFamily="34" charset="0"/>
              </a:rPr>
              <a:t>cmax</a:t>
            </a:r>
            <a:r>
              <a:rPr lang="en-US" altLang="ja-JP" sz="1800" dirty="0">
                <a:solidFill>
                  <a:srgbClr val="000000"/>
                </a:solidFill>
                <a:latin typeface="Tahoma" panose="020B0604030504040204" pitchFamily="34" charset="0"/>
              </a:rPr>
              <a:t> = </a:t>
            </a:r>
            <a:r>
              <a:rPr lang="en-US" altLang="ja-JP" sz="1800" dirty="0">
                <a:solidFill>
                  <a:srgbClr val="FF0000"/>
                </a:solidFill>
                <a:latin typeface="Tahoma" panose="020B0604030504040204" pitchFamily="34" charset="0"/>
              </a:rPr>
              <a:t>2.4</a:t>
            </a:r>
            <a:endParaRPr lang="pt-BR" altLang="ja-JP" sz="1800" dirty="0">
              <a:solidFill>
                <a:srgbClr val="FF0000"/>
              </a:solidFill>
              <a:latin typeface="Tahoma" panose="020B0604030504040204" pitchFamily="34" charset="0"/>
            </a:endParaRPr>
          </a:p>
        </p:txBody>
      </p:sp>
    </p:spTree>
    <p:extLst>
      <p:ext uri="{BB962C8B-B14F-4D97-AF65-F5344CB8AC3E}">
        <p14:creationId xmlns:p14="http://schemas.microsoft.com/office/powerpoint/2010/main" val="4067994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2">
            <a:extLst>
              <a:ext uri="{FF2B5EF4-FFF2-40B4-BE49-F238E27FC236}">
                <a16:creationId xmlns:a16="http://schemas.microsoft.com/office/drawing/2014/main" id="{A426E410-C5E5-439A-A9E9-5DD834B1C9D6}"/>
              </a:ext>
            </a:extLst>
          </p:cNvPr>
          <p:cNvSpPr>
            <a:spLocks noGrp="1" noChangeArrowheads="1"/>
          </p:cNvSpPr>
          <p:nvPr>
            <p:ph type="title" idx="4294967295"/>
          </p:nvPr>
        </p:nvSpPr>
        <p:spPr>
          <a:xfrm>
            <a:off x="3154895" y="147785"/>
            <a:ext cx="3035279" cy="656623"/>
          </a:xfrm>
          <a:prstGeom prst="rect">
            <a:avLst/>
          </a:prstGeom>
        </p:spPr>
        <p:txBody>
          <a:bodyPr/>
          <a:lstStyle/>
          <a:p>
            <a:pPr eaLnBrk="1" hangingPunct="1">
              <a:defRPr/>
            </a:pPr>
            <a:r>
              <a:rPr lang="ja-JP" altLang="en-US" dirty="0">
                <a:latin typeface="+mn-lt"/>
                <a:cs typeface="Arial" charset="0"/>
              </a:rPr>
              <a:t>回答９</a:t>
            </a:r>
          </a:p>
        </p:txBody>
      </p:sp>
      <p:sp>
        <p:nvSpPr>
          <p:cNvPr id="28" name="テキスト ボックス 27">
            <a:extLst>
              <a:ext uri="{FF2B5EF4-FFF2-40B4-BE49-F238E27FC236}">
                <a16:creationId xmlns:a16="http://schemas.microsoft.com/office/drawing/2014/main" id="{42A36CB1-364B-4F8A-8635-E0D858F3D898}"/>
              </a:ext>
            </a:extLst>
          </p:cNvPr>
          <p:cNvSpPr txBox="1"/>
          <p:nvPr/>
        </p:nvSpPr>
        <p:spPr>
          <a:xfrm>
            <a:off x="3238858" y="5052967"/>
            <a:ext cx="2666283" cy="375214"/>
          </a:xfrm>
          <a:prstGeom prst="rect">
            <a:avLst/>
          </a:prstGeom>
          <a:noFill/>
        </p:spPr>
        <p:txBody>
          <a:bodyPr wrap="square" rtlCol="0">
            <a:spAutoFit/>
          </a:bodyPr>
          <a:lstStyle/>
          <a:p>
            <a:pPr algn="ctr"/>
            <a:r>
              <a:rPr lang="en-US" altLang="ja-JP" sz="2000" dirty="0" err="1">
                <a:solidFill>
                  <a:schemeClr val="accent2"/>
                </a:solidFill>
                <a:latin typeface="Arial" panose="020B0604020202020204" pitchFamily="34" charset="0"/>
                <a:cs typeface="Arial" panose="020B0604020202020204" pitchFamily="34" charset="0"/>
              </a:rPr>
              <a:t>track_rz_anatally.eps</a:t>
            </a:r>
            <a:endParaRPr kumimoji="1" lang="ja-JP" altLang="en-US" sz="2000" dirty="0">
              <a:solidFill>
                <a:schemeClr val="accent2"/>
              </a:solidFill>
              <a:latin typeface="Arial" panose="020B0604020202020204" pitchFamily="34" charset="0"/>
              <a:cs typeface="Arial" panose="020B0604020202020204" pitchFamily="34" charset="0"/>
            </a:endParaRPr>
          </a:p>
        </p:txBody>
      </p:sp>
      <p:sp>
        <p:nvSpPr>
          <p:cNvPr id="33" name="テキスト ボックス 32">
            <a:extLst>
              <a:ext uri="{FF2B5EF4-FFF2-40B4-BE49-F238E27FC236}">
                <a16:creationId xmlns:a16="http://schemas.microsoft.com/office/drawing/2014/main" id="{3D4C1705-C49F-413A-8D50-945C584366F2}"/>
              </a:ext>
            </a:extLst>
          </p:cNvPr>
          <p:cNvSpPr txBox="1"/>
          <p:nvPr/>
        </p:nvSpPr>
        <p:spPr>
          <a:xfrm>
            <a:off x="539552" y="5517232"/>
            <a:ext cx="8440747" cy="830997"/>
          </a:xfrm>
          <a:prstGeom prst="rect">
            <a:avLst/>
          </a:prstGeom>
          <a:noFill/>
        </p:spPr>
        <p:txBody>
          <a:bodyPr wrap="square" rtlCol="0">
            <a:spAutoFit/>
          </a:bodyPr>
          <a:lstStyle/>
          <a:p>
            <a:pPr algn="ctr"/>
            <a:r>
              <a:rPr lang="ja-JP" altLang="en-US" sz="2400" dirty="0">
                <a:solidFill>
                  <a:srgbClr val="FF0000"/>
                </a:solidFill>
                <a:latin typeface="Arial" panose="020B0604020202020204" pitchFamily="34" charset="0"/>
                <a:cs typeface="Arial" panose="020B0604020202020204" pitchFamily="34" charset="0"/>
              </a:rPr>
              <a:t>密度の誤差が</a:t>
            </a:r>
            <a:r>
              <a:rPr kumimoji="1" lang="en-US" altLang="ja-JP" sz="2400" b="0" i="0" u="none" strike="noStrike" kern="1200" cap="none" spc="0" normalizeH="0" baseline="0" noProof="0" dirty="0">
                <a:ln>
                  <a:noFill/>
                </a:ln>
                <a:solidFill>
                  <a:srgbClr val="FF0000"/>
                </a:solidFill>
                <a:effectLst/>
                <a:uLnTx/>
                <a:uFillTx/>
                <a:latin typeface="Times New Roman" panose="02020603050405020304" pitchFamily="18" charset="0"/>
                <a:ea typeface="ＭＳ Ｐゴシック" panose="020B0600070205080204" pitchFamily="34" charset="-128"/>
                <a:cs typeface="Arial" pitchFamily="34" charset="0"/>
              </a:rPr>
              <a:t>± 0.1 (g/cm</a:t>
            </a:r>
            <a:r>
              <a:rPr kumimoji="1" lang="en-US" altLang="ja-JP" sz="2400" b="0" i="0" u="none" strike="noStrike" kern="1200" cap="none" spc="0" normalizeH="0" baseline="30000" noProof="0" dirty="0">
                <a:ln>
                  <a:noFill/>
                </a:ln>
                <a:solidFill>
                  <a:srgbClr val="FF0000"/>
                </a:solidFill>
                <a:effectLst/>
                <a:uLnTx/>
                <a:uFillTx/>
                <a:latin typeface="Times New Roman" panose="02020603050405020304" pitchFamily="18" charset="0"/>
                <a:ea typeface="ＭＳ Ｐゴシック" panose="020B0600070205080204" pitchFamily="34" charset="-128"/>
                <a:cs typeface="Arial" pitchFamily="34" charset="0"/>
              </a:rPr>
              <a:t>3</a:t>
            </a:r>
            <a:r>
              <a:rPr kumimoji="1" lang="en-US" altLang="ja-JP" sz="2400" b="0" i="0" u="none" strike="noStrike" kern="1200" cap="none" spc="0" normalizeH="0" baseline="0" noProof="0" dirty="0">
                <a:ln>
                  <a:noFill/>
                </a:ln>
                <a:solidFill>
                  <a:srgbClr val="FF0000"/>
                </a:solidFill>
                <a:effectLst/>
                <a:uLnTx/>
                <a:uFillTx/>
                <a:latin typeface="Times New Roman" panose="02020603050405020304" pitchFamily="18" charset="0"/>
                <a:ea typeface="ＭＳ Ｐゴシック" panose="020B0600070205080204" pitchFamily="34" charset="-128"/>
                <a:cs typeface="Arial" pitchFamily="34" charset="0"/>
              </a:rPr>
              <a:t>) </a:t>
            </a:r>
            <a:r>
              <a:rPr kumimoji="1" lang="ja-JP" altLang="en-US" sz="2400" b="0" i="0" u="none" strike="noStrike" kern="1200" cap="none" spc="0" normalizeH="0" baseline="0" noProof="0" dirty="0">
                <a:ln>
                  <a:noFill/>
                </a:ln>
                <a:solidFill>
                  <a:srgbClr val="FF0000"/>
                </a:solidFill>
                <a:effectLst/>
                <a:uLnTx/>
                <a:uFillTx/>
                <a:latin typeface="Times New Roman" panose="02020603050405020304" pitchFamily="18" charset="0"/>
                <a:ea typeface="ＭＳ Ｐゴシック" panose="020B0600070205080204" pitchFamily="34" charset="-128"/>
                <a:cs typeface="Arial" pitchFamily="34" charset="0"/>
              </a:rPr>
              <a:t>程度であれば、</a:t>
            </a:r>
            <a:r>
              <a:rPr kumimoji="1" lang="en-US" altLang="ja-JP" sz="2400" b="0" i="0" u="none" strike="noStrike" kern="1200" cap="none" spc="0" normalizeH="0" baseline="0" noProof="0" dirty="0">
                <a:ln>
                  <a:noFill/>
                </a:ln>
                <a:solidFill>
                  <a:srgbClr val="FF0000"/>
                </a:solidFill>
                <a:effectLst/>
                <a:uLnTx/>
                <a:uFillTx/>
                <a:latin typeface="Times New Roman" panose="02020603050405020304" pitchFamily="18" charset="0"/>
                <a:ea typeface="ＭＳ Ｐゴシック" panose="020B0600070205080204" pitchFamily="34" charset="-128"/>
                <a:cs typeface="Arial" pitchFamily="34" charset="0"/>
              </a:rPr>
              <a:t>50cm</a:t>
            </a:r>
            <a:r>
              <a:rPr kumimoji="1" lang="ja-JP" altLang="en-US" sz="2400" b="0" i="0" u="none" strike="noStrike" kern="1200" cap="none" spc="0" normalizeH="0" baseline="0" noProof="0" dirty="0">
                <a:ln>
                  <a:noFill/>
                </a:ln>
                <a:solidFill>
                  <a:srgbClr val="FF0000"/>
                </a:solidFill>
                <a:effectLst/>
                <a:uLnTx/>
                <a:uFillTx/>
                <a:latin typeface="Times New Roman" panose="02020603050405020304" pitchFamily="18" charset="0"/>
                <a:ea typeface="ＭＳ Ｐゴシック" panose="020B0600070205080204" pitchFamily="34" charset="-128"/>
                <a:cs typeface="Arial" pitchFamily="34" charset="0"/>
              </a:rPr>
              <a:t>厚コンクリートの遮蔽能力に大きな不確かさはないことが分かる</a:t>
            </a:r>
            <a:endParaRPr kumimoji="1" lang="ja-JP" altLang="en-US" sz="2400" dirty="0">
              <a:solidFill>
                <a:srgbClr val="FF0000"/>
              </a:solidFill>
              <a:latin typeface="Arial" panose="020B0604020202020204" pitchFamily="34" charset="0"/>
              <a:cs typeface="Arial" panose="020B0604020202020204" pitchFamily="34" charset="0"/>
            </a:endParaRPr>
          </a:p>
        </p:txBody>
      </p:sp>
      <p:pic>
        <p:nvPicPr>
          <p:cNvPr id="5" name="図 4">
            <a:extLst>
              <a:ext uri="{FF2B5EF4-FFF2-40B4-BE49-F238E27FC236}">
                <a16:creationId xmlns:a16="http://schemas.microsoft.com/office/drawing/2014/main" id="{AC47FC01-9EA5-4FCE-928D-60FB09D8D82A}"/>
              </a:ext>
            </a:extLst>
          </p:cNvPr>
          <p:cNvPicPr>
            <a:picLocks noChangeAspect="1"/>
          </p:cNvPicPr>
          <p:nvPr/>
        </p:nvPicPr>
        <p:blipFill rotWithShape="1">
          <a:blip r:embed="rId3"/>
          <a:srcRect l="4926" t="2212" r="3472" b="2210"/>
          <a:stretch/>
        </p:blipFill>
        <p:spPr>
          <a:xfrm>
            <a:off x="1979712" y="1020519"/>
            <a:ext cx="4536504" cy="4032448"/>
          </a:xfrm>
          <a:prstGeom prst="rect">
            <a:avLst/>
          </a:prstGeom>
        </p:spPr>
      </p:pic>
    </p:spTree>
    <p:extLst>
      <p:ext uri="{BB962C8B-B14F-4D97-AF65-F5344CB8AC3E}">
        <p14:creationId xmlns:p14="http://schemas.microsoft.com/office/powerpoint/2010/main" val="19387384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3158235-822F-4C06-B9B2-CAF03985C737}"/>
              </a:ext>
            </a:extLst>
          </p:cNvPr>
          <p:cNvSpPr txBox="1">
            <a:spLocks noChangeArrowheads="1"/>
          </p:cNvSpPr>
          <p:nvPr/>
        </p:nvSpPr>
        <p:spPr bwMode="auto">
          <a:xfrm>
            <a:off x="228599" y="188640"/>
            <a:ext cx="868680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charset="0"/>
                <a:ea typeface="ＭＳ Ｐゴシック" pitchFamily="50" charset="-128"/>
              </a:defRPr>
            </a:lvl9pPr>
          </a:lstStyle>
          <a:p>
            <a:pPr eaLnBrk="1" hangingPunct="1">
              <a:defRPr/>
            </a:pPr>
            <a:r>
              <a:rPr lang="ja-JP" altLang="en-US" sz="4800" kern="0" dirty="0">
                <a:solidFill>
                  <a:schemeClr val="tx1"/>
                </a:solidFill>
                <a:latin typeface="+mn-lt"/>
                <a:cs typeface="Arial" charset="0"/>
              </a:rPr>
              <a:t>本実習の流れ</a:t>
            </a:r>
          </a:p>
        </p:txBody>
      </p:sp>
      <p:sp>
        <p:nvSpPr>
          <p:cNvPr id="7" name="Rectangle 3">
            <a:extLst>
              <a:ext uri="{FF2B5EF4-FFF2-40B4-BE49-F238E27FC236}">
                <a16:creationId xmlns:a16="http://schemas.microsoft.com/office/drawing/2014/main" id="{B13CA4A5-AB8F-4333-9D53-631216AC6CAB}"/>
              </a:ext>
            </a:extLst>
          </p:cNvPr>
          <p:cNvSpPr>
            <a:spLocks noChangeArrowheads="1"/>
          </p:cNvSpPr>
          <p:nvPr/>
        </p:nvSpPr>
        <p:spPr bwMode="auto">
          <a:xfrm>
            <a:off x="1626833" y="2026816"/>
            <a:ext cx="5890332" cy="2804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spcBef>
                <a:spcPct val="20000"/>
              </a:spcBef>
              <a:buChar char="•"/>
              <a:defRPr kumimoji="1" sz="3200">
                <a:solidFill>
                  <a:schemeClr val="tx1"/>
                </a:solidFill>
                <a:latin typeface="Times New Roman" pitchFamily="18" charset="0"/>
                <a:ea typeface="ＭＳ Ｐゴシック" pitchFamily="50" charset="-128"/>
              </a:defRPr>
            </a:lvl1pPr>
            <a:lvl2pPr marL="914400" indent="-457200">
              <a:spcBef>
                <a:spcPct val="20000"/>
              </a:spcBef>
              <a:buChar char="–"/>
              <a:defRPr kumimoji="1" sz="2800">
                <a:solidFill>
                  <a:schemeClr val="tx1"/>
                </a:solidFill>
                <a:latin typeface="Times New Roman" pitchFamily="18" charset="0"/>
                <a:ea typeface="ＭＳ Ｐゴシック" pitchFamily="50" charset="-128"/>
              </a:defRPr>
            </a:lvl2pPr>
            <a:lvl3pPr marL="1143000" indent="-228600">
              <a:spcBef>
                <a:spcPct val="20000"/>
              </a:spcBef>
              <a:buChar char="•"/>
              <a:defRPr kumimoji="1" sz="2400">
                <a:solidFill>
                  <a:schemeClr val="tx1"/>
                </a:solidFill>
                <a:latin typeface="Times New Roman" pitchFamily="18" charset="0"/>
                <a:ea typeface="ＭＳ Ｐゴシック" pitchFamily="50" charset="-128"/>
              </a:defRPr>
            </a:lvl3pPr>
            <a:lvl4pPr marL="1600200" indent="-228600">
              <a:spcBef>
                <a:spcPct val="20000"/>
              </a:spcBef>
              <a:buChar char="–"/>
              <a:defRPr kumimoji="1" sz="2000">
                <a:solidFill>
                  <a:schemeClr val="tx1"/>
                </a:solidFill>
                <a:latin typeface="Times New Roman" pitchFamily="18" charset="0"/>
                <a:ea typeface="ＭＳ Ｐゴシック" pitchFamily="50" charset="-128"/>
              </a:defRPr>
            </a:lvl4pPr>
            <a:lvl5pPr marL="2057400" indent="-22860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marL="432000" lvl="1" indent="-571500" eaLnBrk="1" hangingPunct="1">
              <a:buFont typeface="Wingdings" panose="05000000000000000000" pitchFamily="2" charset="2"/>
              <a:buChar char="ü"/>
              <a:defRPr/>
            </a:pPr>
            <a:endParaRPr lang="en-US" altLang="ja-JP" sz="3600" dirty="0">
              <a:solidFill>
                <a:srgbClr val="000000"/>
              </a:solidFill>
              <a:latin typeface="+mn-lt"/>
              <a:cs typeface="Arial" charset="0"/>
            </a:endParaRPr>
          </a:p>
        </p:txBody>
      </p:sp>
      <p:sp>
        <p:nvSpPr>
          <p:cNvPr id="2" name="テキスト ボックス 1">
            <a:extLst>
              <a:ext uri="{FF2B5EF4-FFF2-40B4-BE49-F238E27FC236}">
                <a16:creationId xmlns:a16="http://schemas.microsoft.com/office/drawing/2014/main" id="{1CB0D7DE-DBB1-4080-96FC-90AF84878BC2}"/>
              </a:ext>
            </a:extLst>
          </p:cNvPr>
          <p:cNvSpPr txBox="1"/>
          <p:nvPr/>
        </p:nvSpPr>
        <p:spPr>
          <a:xfrm>
            <a:off x="899592" y="1916832"/>
            <a:ext cx="7697695" cy="2769989"/>
          </a:xfrm>
          <a:prstGeom prst="rect">
            <a:avLst/>
          </a:prstGeom>
          <a:noFill/>
        </p:spPr>
        <p:txBody>
          <a:bodyPr wrap="square" rtlCol="0">
            <a:spAutoFit/>
          </a:bodyPr>
          <a:lstStyle/>
          <a:p>
            <a:pPr marL="457200" indent="-457200">
              <a:spcBef>
                <a:spcPts val="1200"/>
              </a:spcBef>
              <a:buFont typeface="Wingdings" panose="05000000000000000000" pitchFamily="2" charset="2"/>
              <a:buChar char="ü"/>
            </a:pPr>
            <a:r>
              <a:rPr kumimoji="1" lang="ja-JP" altLang="en-US" sz="3600" dirty="0">
                <a:solidFill>
                  <a:schemeClr val="tx2"/>
                </a:solidFill>
              </a:rPr>
              <a:t>自作スクリプトファイルの利用方法</a:t>
            </a:r>
            <a:endParaRPr kumimoji="1" lang="en-US" altLang="ja-JP" sz="3600" dirty="0">
              <a:solidFill>
                <a:schemeClr val="tx2"/>
              </a:solidFill>
            </a:endParaRPr>
          </a:p>
          <a:p>
            <a:pPr marL="457200" indent="-457200">
              <a:spcBef>
                <a:spcPts val="1200"/>
              </a:spcBef>
              <a:buFont typeface="Wingdings" panose="05000000000000000000" pitchFamily="2" charset="2"/>
              <a:buChar char="ü"/>
            </a:pPr>
            <a:r>
              <a:rPr kumimoji="1" lang="en-US" altLang="ja-JP" sz="3600" dirty="0"/>
              <a:t>autorun.bat/</a:t>
            </a:r>
            <a:r>
              <a:rPr kumimoji="1" lang="en-US" altLang="ja-JP" sz="3600" dirty="0" err="1"/>
              <a:t>sh</a:t>
            </a:r>
            <a:r>
              <a:rPr kumimoji="1" lang="ja-JP" altLang="en-US" sz="3600" dirty="0"/>
              <a:t>の利用方法</a:t>
            </a:r>
            <a:endParaRPr kumimoji="1" lang="en-US" altLang="ja-JP" sz="3600" dirty="0"/>
          </a:p>
          <a:p>
            <a:pPr marL="457200" indent="-457200">
              <a:spcBef>
                <a:spcPts val="1200"/>
              </a:spcBef>
              <a:buFont typeface="Wingdings" panose="05000000000000000000" pitchFamily="2" charset="2"/>
              <a:buChar char="ü"/>
            </a:pPr>
            <a:r>
              <a:rPr kumimoji="1" lang="en-US" altLang="ja-JP" sz="3600" dirty="0"/>
              <a:t>[</a:t>
            </a:r>
            <a:r>
              <a:rPr kumimoji="1" lang="en-US" altLang="ja-JP" sz="3600" dirty="0" err="1"/>
              <a:t>anatally</a:t>
            </a:r>
            <a:r>
              <a:rPr kumimoji="1" lang="en-US" altLang="ja-JP" sz="3600" dirty="0"/>
              <a:t>]</a:t>
            </a:r>
            <a:r>
              <a:rPr kumimoji="1" lang="ja-JP" altLang="en-US" sz="3600" dirty="0"/>
              <a:t>と</a:t>
            </a:r>
            <a:r>
              <a:rPr kumimoji="1" lang="en-US" altLang="ja-JP" sz="3600" dirty="0"/>
              <a:t>ANOVA</a:t>
            </a:r>
            <a:r>
              <a:rPr kumimoji="1" lang="ja-JP" altLang="en-US" sz="3600" dirty="0"/>
              <a:t>の利用方法</a:t>
            </a:r>
            <a:endParaRPr kumimoji="1" lang="en-US" altLang="ja-JP" sz="3600" dirty="0"/>
          </a:p>
          <a:p>
            <a:pPr marL="457200" indent="-457200">
              <a:spcBef>
                <a:spcPts val="1200"/>
              </a:spcBef>
              <a:buFont typeface="Wingdings" panose="05000000000000000000" pitchFamily="2" charset="2"/>
              <a:buChar char="ü"/>
            </a:pPr>
            <a:r>
              <a:rPr lang="ja-JP" altLang="en-US" sz="3600" dirty="0">
                <a:solidFill>
                  <a:srgbClr val="FF0000"/>
                </a:solidFill>
              </a:rPr>
              <a:t>まとめ</a:t>
            </a:r>
            <a:endParaRPr kumimoji="1" lang="ja-JP" altLang="en-US" sz="3600" dirty="0">
              <a:solidFill>
                <a:srgbClr val="FF0000"/>
              </a:solidFill>
            </a:endParaRPr>
          </a:p>
        </p:txBody>
      </p:sp>
    </p:spTree>
    <p:extLst>
      <p:ext uri="{BB962C8B-B14F-4D97-AF65-F5344CB8AC3E}">
        <p14:creationId xmlns:p14="http://schemas.microsoft.com/office/powerpoint/2010/main" val="5723651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42" name="Rectangle 8">
            <a:extLst>
              <a:ext uri="{FF2B5EF4-FFF2-40B4-BE49-F238E27FC236}">
                <a16:creationId xmlns:a16="http://schemas.microsoft.com/office/drawing/2014/main" id="{4AF4343C-6D30-442B-BA11-6713B242A75C}"/>
              </a:ext>
            </a:extLst>
          </p:cNvPr>
          <p:cNvSpPr>
            <a:spLocks noGrp="1" noChangeArrowheads="1"/>
          </p:cNvSpPr>
          <p:nvPr>
            <p:ph type="body" idx="4294967295"/>
          </p:nvPr>
        </p:nvSpPr>
        <p:spPr>
          <a:xfrm>
            <a:off x="695325" y="1222375"/>
            <a:ext cx="7753350" cy="4608041"/>
          </a:xfrm>
        </p:spPr>
        <p:txBody>
          <a:bodyPr/>
          <a:lstStyle/>
          <a:p>
            <a:pPr eaLnBrk="1" hangingPunct="1">
              <a:spcBef>
                <a:spcPts val="1500"/>
              </a:spcBef>
              <a:buFont typeface="Wingdings" panose="05000000000000000000" pitchFamily="2" charset="2"/>
              <a:buChar char="ü"/>
            </a:pPr>
            <a:r>
              <a:rPr lang="ja-JP" altLang="en-US" sz="2800" dirty="0">
                <a:cs typeface="Arial" panose="020B0604020202020204" pitchFamily="34" charset="0"/>
              </a:rPr>
              <a:t>スクリプトファイルを作成することにより、様々な条件に対して</a:t>
            </a:r>
            <a:r>
              <a:rPr lang="en-US" altLang="ja-JP" sz="2800" dirty="0">
                <a:cs typeface="Arial" panose="020B0604020202020204" pitchFamily="34" charset="0"/>
              </a:rPr>
              <a:t>PHITS</a:t>
            </a:r>
            <a:r>
              <a:rPr lang="ja-JP" altLang="en-US" sz="2800" dirty="0">
                <a:cs typeface="Arial" panose="020B0604020202020204" pitchFamily="34" charset="0"/>
              </a:rPr>
              <a:t>を実行する際の労力が大幅に削減できる</a:t>
            </a:r>
            <a:endParaRPr lang="en-US" altLang="ja-JP" sz="2800" dirty="0">
              <a:cs typeface="Arial" panose="020B0604020202020204" pitchFamily="34" charset="0"/>
            </a:endParaRPr>
          </a:p>
          <a:p>
            <a:pPr eaLnBrk="1" hangingPunct="1">
              <a:spcBef>
                <a:spcPts val="1500"/>
              </a:spcBef>
              <a:buFont typeface="Wingdings" panose="05000000000000000000" pitchFamily="2" charset="2"/>
              <a:buChar char="ü"/>
            </a:pPr>
            <a:r>
              <a:rPr lang="ja-JP" altLang="en-US" sz="2800" dirty="0">
                <a:cs typeface="Arial" panose="020B0604020202020204" pitchFamily="34" charset="0"/>
              </a:rPr>
              <a:t>計算する条件が多い場合は、全自動スクリプトファイル</a:t>
            </a:r>
            <a:r>
              <a:rPr lang="en-US" altLang="ja-JP" sz="2800" dirty="0">
                <a:cs typeface="Arial" panose="020B0604020202020204" pitchFamily="34" charset="0"/>
              </a:rPr>
              <a:t>“autorun.bat/</a:t>
            </a:r>
            <a:r>
              <a:rPr lang="en-US" altLang="ja-JP" sz="2800" dirty="0" err="1">
                <a:cs typeface="Arial" panose="020B0604020202020204" pitchFamily="34" charset="0"/>
              </a:rPr>
              <a:t>sh</a:t>
            </a:r>
            <a:r>
              <a:rPr lang="ja-JP" altLang="en-US" sz="2800" dirty="0">
                <a:cs typeface="Arial" panose="020B0604020202020204" pitchFamily="34" charset="0"/>
              </a:rPr>
              <a:t>を使うと便利</a:t>
            </a:r>
            <a:endParaRPr lang="en-US" altLang="ja-JP" sz="2800" dirty="0">
              <a:cs typeface="Arial" panose="020B0604020202020204" pitchFamily="34" charset="0"/>
            </a:endParaRPr>
          </a:p>
          <a:p>
            <a:pPr eaLnBrk="1" hangingPunct="1">
              <a:spcBef>
                <a:spcPts val="1500"/>
              </a:spcBef>
              <a:buFont typeface="Wingdings" panose="05000000000000000000" pitchFamily="2" charset="2"/>
              <a:buChar char="ü"/>
            </a:pPr>
            <a:r>
              <a:rPr lang="en-US" altLang="ja-JP" sz="2800" dirty="0">
                <a:cs typeface="Arial" panose="020B0604020202020204" pitchFamily="34" charset="0"/>
              </a:rPr>
              <a:t>autorun.bat/</a:t>
            </a:r>
            <a:r>
              <a:rPr lang="en-US" altLang="ja-JP" sz="2800" dirty="0" err="1">
                <a:cs typeface="Arial" panose="020B0604020202020204" pitchFamily="34" charset="0"/>
              </a:rPr>
              <a:t>sh</a:t>
            </a:r>
            <a:r>
              <a:rPr lang="ja-JP" altLang="en-US" sz="2800" dirty="0">
                <a:cs typeface="Arial" panose="020B0604020202020204" pitchFamily="34" charset="0"/>
              </a:rPr>
              <a:t>と</a:t>
            </a:r>
            <a:r>
              <a:rPr lang="en-US" altLang="ja-JP" sz="2800" dirty="0">
                <a:cs typeface="Arial" panose="020B0604020202020204" pitchFamily="34" charset="0"/>
              </a:rPr>
              <a:t>ANOVA</a:t>
            </a:r>
            <a:r>
              <a:rPr lang="ja-JP" altLang="en-US" sz="2800" dirty="0">
                <a:cs typeface="Arial" panose="020B0604020202020204" pitchFamily="34" charset="0"/>
              </a:rPr>
              <a:t>を使えば、統計誤差のみならず、不確実性のあるパラメータのタリー結果への影響を含めた全不確かさを評価することができる</a:t>
            </a:r>
            <a:endParaRPr lang="en-US" altLang="ja-JP" sz="2800" dirty="0">
              <a:cs typeface="Arial" panose="020B0604020202020204" pitchFamily="34" charset="0"/>
            </a:endParaRPr>
          </a:p>
        </p:txBody>
      </p:sp>
      <p:sp>
        <p:nvSpPr>
          <p:cNvPr id="106503" name="Rectangle 2">
            <a:extLst>
              <a:ext uri="{FF2B5EF4-FFF2-40B4-BE49-F238E27FC236}">
                <a16:creationId xmlns:a16="http://schemas.microsoft.com/office/drawing/2014/main" id="{E1DC3755-55B4-459D-9AAF-39893603BA58}"/>
              </a:ext>
            </a:extLst>
          </p:cNvPr>
          <p:cNvSpPr txBox="1">
            <a:spLocks noChangeArrowheads="1"/>
          </p:cNvSpPr>
          <p:nvPr/>
        </p:nvSpPr>
        <p:spPr bwMode="auto">
          <a:xfrm>
            <a:off x="2197100" y="130646"/>
            <a:ext cx="4462463" cy="896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itchFamily="18" charset="0"/>
                <a:ea typeface="ＭＳ Ｐゴシック" pitchFamily="50" charset="-128"/>
              </a:defRPr>
            </a:lvl1pPr>
            <a:lvl2pPr marL="742950" indent="-285750">
              <a:spcBef>
                <a:spcPct val="20000"/>
              </a:spcBef>
              <a:buChar char="–"/>
              <a:defRPr kumimoji="1" sz="2800">
                <a:solidFill>
                  <a:schemeClr val="tx1"/>
                </a:solidFill>
                <a:latin typeface="Times New Roman" pitchFamily="18" charset="0"/>
                <a:ea typeface="ＭＳ Ｐゴシック" pitchFamily="50" charset="-128"/>
              </a:defRPr>
            </a:lvl2pPr>
            <a:lvl3pPr marL="1143000" indent="-228600">
              <a:spcBef>
                <a:spcPct val="20000"/>
              </a:spcBef>
              <a:buChar char="•"/>
              <a:defRPr kumimoji="1" sz="2400">
                <a:solidFill>
                  <a:schemeClr val="tx1"/>
                </a:solidFill>
                <a:latin typeface="Times New Roman" pitchFamily="18" charset="0"/>
                <a:ea typeface="ＭＳ Ｐゴシック" pitchFamily="50" charset="-128"/>
              </a:defRPr>
            </a:lvl3pPr>
            <a:lvl4pPr marL="1600200" indent="-228600">
              <a:spcBef>
                <a:spcPct val="20000"/>
              </a:spcBef>
              <a:buChar char="–"/>
              <a:defRPr kumimoji="1" sz="2000">
                <a:solidFill>
                  <a:schemeClr val="tx1"/>
                </a:solidFill>
                <a:latin typeface="Times New Roman" pitchFamily="18" charset="0"/>
                <a:ea typeface="ＭＳ Ｐゴシック" pitchFamily="50" charset="-128"/>
              </a:defRPr>
            </a:lvl4pPr>
            <a:lvl5pPr marL="2057400" indent="-22860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0"/>
              </a:spcBef>
              <a:buFontTx/>
              <a:buNone/>
              <a:defRPr/>
            </a:pPr>
            <a:r>
              <a:rPr lang="ja-JP" altLang="en-US" sz="4800" dirty="0">
                <a:solidFill>
                  <a:srgbClr val="000000"/>
                </a:solidFill>
                <a:latin typeface="+mn-lt"/>
              </a:rPr>
              <a:t>まとめ</a:t>
            </a:r>
          </a:p>
        </p:txBody>
      </p:sp>
    </p:spTree>
  </p:cSld>
  <p:clrMapOvr>
    <a:masterClrMapping/>
  </p:clrMapOvr>
</p:sld>
</file>

<file path=ppt/theme/theme1.xml><?xml version="1.0" encoding="utf-8"?>
<a:theme xmlns:a="http://schemas.openxmlformats.org/drawingml/2006/main" name="標準デザイン">
  <a:themeElements>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標準デザイン">
      <a:majorFont>
        <a:latin typeface="Times New Roman"/>
        <a:ea typeface="ＭＳ Ｐゴシック"/>
        <a:cs typeface=""/>
      </a:majorFont>
      <a:minorFont>
        <a:latin typeface="Times New Roman"/>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20470</TotalTime>
  <Words>3031</Words>
  <Application>Microsoft Office PowerPoint</Application>
  <PresentationFormat>画面に合わせる (4:3)</PresentationFormat>
  <Paragraphs>335</Paragraphs>
  <Slides>23</Slides>
  <Notes>23</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23</vt:i4>
      </vt:variant>
    </vt:vector>
  </HeadingPairs>
  <TitlesOfParts>
    <vt:vector size="30" baseType="lpstr">
      <vt:lpstr>Arial</vt:lpstr>
      <vt:lpstr>Calibri</vt:lpstr>
      <vt:lpstr>Cambria Math</vt:lpstr>
      <vt:lpstr>Tahoma</vt:lpstr>
      <vt:lpstr>Times New Roman</vt:lpstr>
      <vt:lpstr>Wingdings</vt:lpstr>
      <vt:lpstr>標準デザイン</vt:lpstr>
      <vt:lpstr>PHITS</vt:lpstr>
      <vt:lpstr>PowerPoint プレゼンテーション</vt:lpstr>
      <vt:lpstr>PowerPoint プレゼンテーション</vt:lpstr>
      <vt:lpstr>スクリプト（script）ファイルって何?</vt:lpstr>
      <vt:lpstr>課題１:スクリプトファイルの実行</vt:lpstr>
      <vt:lpstr>実際に実行するコマンド（eachrun.bat/shの中身）</vt:lpstr>
      <vt:lpstr>計算条件（phits.inp）</vt:lpstr>
      <vt:lpstr>課題２</vt:lpstr>
      <vt:lpstr>課題３</vt:lpstr>
      <vt:lpstr>課題４</vt:lpstr>
      <vt:lpstr>課題５</vt:lpstr>
      <vt:lpstr>PowerPoint プレゼンテーション</vt:lpstr>
      <vt:lpstr>autorun.bat/shの概要</vt:lpstr>
      <vt:lpstr>課題６</vt:lpstr>
      <vt:lpstr>課題７</vt:lpstr>
      <vt:lpstr>PowerPoint プレゼンテーション</vt:lpstr>
      <vt:lpstr>[anatally]とANOVAの概要</vt:lpstr>
      <vt:lpstr>課題８</vt:lpstr>
      <vt:lpstr>回答８</vt:lpstr>
      <vt:lpstr>課題９</vt:lpstr>
      <vt:lpstr>回答９</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SHashimoto</dc:creator>
  <cp:lastModifiedBy>Tatsuhiko Sato</cp:lastModifiedBy>
  <cp:revision>961</cp:revision>
  <cp:lastPrinted>2021-04-30T06:51:08Z</cp:lastPrinted>
  <dcterms:created xsi:type="dcterms:W3CDTF">2012-03-22T09:06:34Z</dcterms:created>
  <dcterms:modified xsi:type="dcterms:W3CDTF">2024-12-02T15:29:10Z</dcterms:modified>
</cp:coreProperties>
</file>