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3"/>
  </p:notesMasterIdLst>
  <p:handoutMasterIdLst>
    <p:handoutMasterId r:id="rId14"/>
  </p:handoutMasterIdLst>
  <p:sldIdLst>
    <p:sldId id="271" r:id="rId3"/>
    <p:sldId id="256" r:id="rId4"/>
    <p:sldId id="257" r:id="rId5"/>
    <p:sldId id="258" r:id="rId6"/>
    <p:sldId id="259" r:id="rId7"/>
    <p:sldId id="264" r:id="rId8"/>
    <p:sldId id="265" r:id="rId9"/>
    <p:sldId id="266" r:id="rId10"/>
    <p:sldId id="268" r:id="rId11"/>
    <p:sldId id="270" r:id="rId12"/>
  </p:sldIdLst>
  <p:sldSz cx="10080625" cy="7559675"/>
  <p:notesSz cx="7559675" cy="10691813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>
        <p:scale>
          <a:sx n="110" d="100"/>
          <a:sy n="110" d="100"/>
        </p:scale>
        <p:origin x="-894" y="-78"/>
      </p:cViewPr>
      <p:guideLst>
        <p:guide orient="horz" pos="2381"/>
        <p:guide pos="317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79" cy="53423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de-DE" sz="1400" b="0" i="0" u="none" strike="noStrike" kern="1200">
              <a:ln>
                <a:noFill/>
              </a:ln>
              <a:latin typeface="Arial" pitchFamily="18"/>
              <a:ea typeface="Andale Sans UI" pitchFamily="2"/>
              <a:cs typeface="Tahoma" pitchFamily="2"/>
            </a:endParaRPr>
          </a:p>
        </p:txBody>
      </p:sp>
      <p:sp>
        <p:nvSpPr>
          <p:cNvPr id="3" name="日付プレースホルダー 2"/>
          <p:cNvSpPr txBox="1">
            <a:spLocks noGrp="1"/>
          </p:cNvSpPr>
          <p:nvPr>
            <p:ph type="dt" sz="quarter" idx="1"/>
          </p:nvPr>
        </p:nvSpPr>
        <p:spPr>
          <a:xfrm>
            <a:off x="4278960" y="0"/>
            <a:ext cx="3280679" cy="53423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compatLnSpc="0"/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de-DE" sz="1400" b="0" i="0" u="none" strike="noStrike" kern="1200">
              <a:ln>
                <a:noFill/>
              </a:ln>
              <a:latin typeface="Arial" pitchFamily="18"/>
              <a:ea typeface="Andale Sans UI" pitchFamily="2"/>
              <a:cs typeface="Tahoma" pitchFamily="2"/>
            </a:endParaRPr>
          </a:p>
        </p:txBody>
      </p:sp>
      <p:sp>
        <p:nvSpPr>
          <p:cNvPr id="4" name="フッター プレースホルダー 3"/>
          <p:cNvSpPr txBox="1">
            <a:spLocks noGrp="1"/>
          </p:cNvSpPr>
          <p:nvPr>
            <p:ph type="ftr" sz="quarter" idx="2"/>
          </p:nvPr>
        </p:nvSpPr>
        <p:spPr>
          <a:xfrm>
            <a:off x="0" y="10157399"/>
            <a:ext cx="3280679" cy="53423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de-DE" sz="1400" b="0" i="0" u="none" strike="noStrike" kern="1200">
              <a:ln>
                <a:noFill/>
              </a:ln>
              <a:latin typeface="Arial" pitchFamily="18"/>
              <a:ea typeface="Andale Sans UI" pitchFamily="2"/>
              <a:cs typeface="Tahoma" pitchFamily="2"/>
            </a:endParaRPr>
          </a:p>
        </p:txBody>
      </p:sp>
      <p:sp>
        <p:nvSpPr>
          <p:cNvPr id="5" name="スライド番号プレースホルダー 4"/>
          <p:cNvSpPr txBox="1">
            <a:spLocks noGrp="1"/>
          </p:cNvSpPr>
          <p:nvPr>
            <p:ph type="sldNum" sz="quarter" idx="3"/>
          </p:nvPr>
        </p:nvSpPr>
        <p:spPr>
          <a:xfrm>
            <a:off x="4278960" y="10157399"/>
            <a:ext cx="3280679" cy="53423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compatLnSpc="0"/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fld id="{99ED169D-BEF8-4CE6-A6B6-5A034628F716}" type="slidenum">
              <a:t>‹#›</a:t>
            </a:fld>
            <a:endParaRPr lang="de-DE" sz="1400" b="0" i="0" u="none" strike="noStrike" kern="1200">
              <a:ln>
                <a:noFill/>
              </a:ln>
              <a:latin typeface="Arial" pitchFamily="18"/>
              <a:ea typeface="Andale Sans UI" pitchFamily="2"/>
              <a:cs typeface="Tahoma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2309611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 idx="2"/>
          </p:nvPr>
        </p:nvSpPr>
        <p:spPr>
          <a:xfrm>
            <a:off x="1106999" y="812520"/>
            <a:ext cx="5345279" cy="4008959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ノート プレースホルダー 2"/>
          <p:cNvSpPr txBox="1">
            <a:spLocks noGrp="1"/>
          </p:cNvSpPr>
          <p:nvPr>
            <p:ph type="body" sz="quarter" idx="3"/>
          </p:nvPr>
        </p:nvSpPr>
        <p:spPr>
          <a:xfrm>
            <a:off x="756000" y="5078519"/>
            <a:ext cx="6047639" cy="48110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endParaRPr lang="x-none" altLang="ja-JP"/>
          </a:p>
        </p:txBody>
      </p:sp>
      <p:sp>
        <p:nvSpPr>
          <p:cNvPr id="4" name="ヘッダー プレースホルダー 3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79" cy="5342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lvl="0" rtl="0" hangingPunct="0">
              <a:buNone/>
              <a:tabLst/>
              <a:defRPr lang="x-none" sz="1400" kern="1200">
                <a:latin typeface="Times New Roman" pitchFamily="18"/>
                <a:ea typeface="Andale Sans UI" pitchFamily="2"/>
                <a:cs typeface="Tahoma" pitchFamily="2"/>
              </a:defRPr>
            </a:lvl1pPr>
          </a:lstStyle>
          <a:p>
            <a:pPr lvl="0"/>
            <a:endParaRPr lang="x-none"/>
          </a:p>
        </p:txBody>
      </p:sp>
      <p:sp>
        <p:nvSpPr>
          <p:cNvPr id="5" name="日付プレースホルダー 4"/>
          <p:cNvSpPr txBox="1">
            <a:spLocks noGrp="1"/>
          </p:cNvSpPr>
          <p:nvPr>
            <p:ph type="dt" idx="1"/>
          </p:nvPr>
        </p:nvSpPr>
        <p:spPr>
          <a:xfrm>
            <a:off x="4278960" y="0"/>
            <a:ext cx="3280679" cy="5342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lvl="0" algn="r" rtl="0" hangingPunct="0">
              <a:buNone/>
              <a:tabLst/>
              <a:defRPr lang="x-none" sz="1400" kern="1200">
                <a:latin typeface="Times New Roman" pitchFamily="18"/>
                <a:ea typeface="Andale Sans UI" pitchFamily="2"/>
                <a:cs typeface="Tahoma" pitchFamily="2"/>
              </a:defRPr>
            </a:lvl1pPr>
          </a:lstStyle>
          <a:p>
            <a:pPr lvl="0"/>
            <a:endParaRPr lang="x-none"/>
          </a:p>
        </p:txBody>
      </p:sp>
      <p:sp>
        <p:nvSpPr>
          <p:cNvPr id="6" name="フッター プレースホルダー 5"/>
          <p:cNvSpPr txBox="1">
            <a:spLocks noGrp="1"/>
          </p:cNvSpPr>
          <p:nvPr>
            <p:ph type="ftr" sz="quarter" idx="4"/>
          </p:nvPr>
        </p:nvSpPr>
        <p:spPr>
          <a:xfrm>
            <a:off x="0" y="10157399"/>
            <a:ext cx="3280679" cy="5342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/>
          <a:lstStyle>
            <a:lvl1pPr lvl="0" rtl="0" hangingPunct="0">
              <a:buNone/>
              <a:tabLst/>
              <a:defRPr lang="x-none" sz="1400" kern="1200">
                <a:latin typeface="Times New Roman" pitchFamily="18"/>
                <a:ea typeface="Andale Sans UI" pitchFamily="2"/>
                <a:cs typeface="Tahoma" pitchFamily="2"/>
              </a:defRPr>
            </a:lvl1pPr>
          </a:lstStyle>
          <a:p>
            <a:pPr lvl="0"/>
            <a:endParaRPr lang="x-none"/>
          </a:p>
        </p:txBody>
      </p:sp>
      <p:sp>
        <p:nvSpPr>
          <p:cNvPr id="7" name="スライド番号プレースホルダー 6"/>
          <p:cNvSpPr txBox="1">
            <a:spLocks noGrp="1"/>
          </p:cNvSpPr>
          <p:nvPr>
            <p:ph type="sldNum" sz="quarter" idx="5"/>
          </p:nvPr>
        </p:nvSpPr>
        <p:spPr>
          <a:xfrm>
            <a:off x="4278960" y="10157399"/>
            <a:ext cx="3280679" cy="5342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/>
          <a:lstStyle>
            <a:lvl1pPr lvl="0" algn="r" rtl="0" hangingPunct="0">
              <a:buNone/>
              <a:tabLst/>
              <a:defRPr lang="x-none" sz="1400" kern="1200">
                <a:latin typeface="Times New Roman" pitchFamily="18"/>
                <a:ea typeface="Andale Sans UI" pitchFamily="2"/>
                <a:cs typeface="Tahoma" pitchFamily="2"/>
              </a:defRPr>
            </a:lvl1pPr>
          </a:lstStyle>
          <a:p>
            <a:pPr lvl="0"/>
            <a:fld id="{F2A25022-72BD-4303-9A8F-B3671FF1EC71}" type="slidenum"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5998797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6000" marR="0" indent="-216000" rtl="0" hangingPunct="0">
      <a:tabLst/>
      <a:defRPr lang="x-none" altLang="ja-JP" sz="2000" b="0" i="0" u="none" strike="noStrike" kern="1200">
        <a:ln>
          <a:noFill/>
        </a:ln>
        <a:latin typeface="Arial" pitchFamily="18"/>
        <a:cs typeface="Tahoma" pitchFamily="2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1026">
            <a:extLst>
              <a:ext uri="{FF2B5EF4-FFF2-40B4-BE49-F238E27FC236}">
                <a16:creationId xmlns:a16="http://schemas.microsoft.com/office/drawing/2014/main" xmlns="" id="{66639A8A-D9BC-4802-A29E-89C6D4DEEF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ln/>
        </p:spPr>
      </p:sp>
      <p:sp>
        <p:nvSpPr>
          <p:cNvPr id="22531" name="Rectangle 1027">
            <a:extLst>
              <a:ext uri="{FF2B5EF4-FFF2-40B4-BE49-F238E27FC236}">
                <a16:creationId xmlns:a16="http://schemas.microsoft.com/office/drawing/2014/main" xmlns="" id="{79C093A6-8E36-4B54-86E4-71C926D78F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ja-JP">
                <a:ea typeface="ＭＳ Ｐゴシック" panose="020B0600070205080204" pitchFamily="34" charset="-128"/>
              </a:rPr>
              <a:t>PHITS</a:t>
            </a:r>
            <a:r>
              <a:rPr lang="ja-JP" altLang="en-US">
                <a:ea typeface="ＭＳ Ｐゴシック" panose="020B0600070205080204" pitchFamily="34" charset="-128"/>
              </a:rPr>
              <a:t>講習会　入門実習</a:t>
            </a:r>
          </a:p>
        </p:txBody>
      </p:sp>
    </p:spTree>
    <p:extLst>
      <p:ext uri="{BB962C8B-B14F-4D97-AF65-F5344CB8AC3E}">
        <p14:creationId xmlns:p14="http://schemas.microsoft.com/office/powerpoint/2010/main" val="4617445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ノート プレースホルダー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x-none" altLang="ja-JP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ノート プレースホルダー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x-none" altLang="ja-JP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ノート プレースホルダー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x-none" altLang="ja-JP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ノート プレースホルダー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x-none" altLang="ja-JP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ノート プレースホルダー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x-none" altLang="ja-JP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ノート プレースホルダー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x-none" altLang="ja-JP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ノート プレースホルダー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x-none" altLang="ja-JP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ノート プレースホルダー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x-none" altLang="ja-JP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755650" y="2347913"/>
            <a:ext cx="8569325" cy="1620837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12888" y="4283075"/>
            <a:ext cx="7056437" cy="193198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6AFC7ED-7E7C-429E-B9C4-124F0F19B136}" type="slidenum"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057640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3C4E5F8-C071-47EF-9E82-30CFB70686BA}" type="slidenum"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215136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96925" y="4857750"/>
            <a:ext cx="8567738" cy="15017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96925" y="3203575"/>
            <a:ext cx="8567738" cy="1654175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33C3C14-3FAD-4999-85A4-6F50794623B7}" type="slidenum"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152302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503238" y="1768475"/>
            <a:ext cx="4459287" cy="49895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5114925" y="1768475"/>
            <a:ext cx="4460875" cy="49895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9BB4C7C-F144-42EB-AD3E-3BDD81A0ECBD}" type="slidenum"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583423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4825" y="303213"/>
            <a:ext cx="9072563" cy="1258887"/>
          </a:xfrm>
        </p:spPr>
        <p:txBody>
          <a:bodyPr/>
          <a:lstStyle>
            <a:lvl1pPr>
              <a:defRPr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504825" y="1692275"/>
            <a:ext cx="4452938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504825" y="2397125"/>
            <a:ext cx="4452938" cy="435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5121275" y="1692275"/>
            <a:ext cx="4456113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5121275" y="2397125"/>
            <a:ext cx="4456113" cy="435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1ADCB55-799D-40F1-9E32-89C6B30AF3FE}" type="slidenum"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429622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1E559C7-313D-48F5-9F41-7F44A06A77AD}" type="slidenum"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513317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A0DA1BA-15AD-4563-8F38-52F7A5590E4E}" type="slidenum"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293859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4825" y="301625"/>
            <a:ext cx="3316288" cy="127952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941763" y="301625"/>
            <a:ext cx="5635625" cy="6451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504825" y="1581150"/>
            <a:ext cx="3316288" cy="51720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4B06F0F-6DEC-4142-9188-45561CAF5EA7}" type="slidenum"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60817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976438" y="5291138"/>
            <a:ext cx="6048375" cy="6254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976438" y="674688"/>
            <a:ext cx="6048375" cy="45370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976438" y="5916613"/>
            <a:ext cx="6048375" cy="8874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0C4141E-0982-44BF-83DA-C5B0BC1F1685}" type="slidenum"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644728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79F0EFD-70DB-4209-A47A-D6920A92B502}" type="slidenum"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603336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7308850" y="301625"/>
            <a:ext cx="2266950" cy="6456363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503238" y="301625"/>
            <a:ext cx="6653212" cy="6456363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8605D0F-192B-424E-87D9-5C84E6092407}" type="slidenum"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614818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756047" y="2348400"/>
            <a:ext cx="8568531" cy="1620430"/>
          </a:xfrm>
        </p:spPr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12094" y="4283816"/>
            <a:ext cx="7056438" cy="1931917"/>
          </a:xfrm>
        </p:spPr>
        <p:txBody>
          <a:bodyPr/>
          <a:lstStyle>
            <a:lvl1pPr marL="0" indent="0" algn="ctr">
              <a:buNone/>
              <a:defRPr/>
            </a:lvl1pPr>
            <a:lvl2pPr marL="503972" indent="0" algn="ctr">
              <a:buNone/>
              <a:defRPr/>
            </a:lvl2pPr>
            <a:lvl3pPr marL="1007943" indent="0" algn="ctr">
              <a:buNone/>
              <a:defRPr/>
            </a:lvl3pPr>
            <a:lvl4pPr marL="1511915" indent="0" algn="ctr">
              <a:buNone/>
              <a:defRPr/>
            </a:lvl4pPr>
            <a:lvl5pPr marL="2015886" indent="0" algn="ctr">
              <a:buNone/>
              <a:defRPr/>
            </a:lvl5pPr>
            <a:lvl6pPr marL="2519858" indent="0" algn="ctr">
              <a:buNone/>
              <a:defRPr/>
            </a:lvl6pPr>
            <a:lvl7pPr marL="3023829" indent="0" algn="ctr">
              <a:buNone/>
              <a:defRPr/>
            </a:lvl7pPr>
            <a:lvl8pPr marL="3527801" indent="0" algn="ctr">
              <a:buNone/>
              <a:defRPr/>
            </a:lvl8pPr>
            <a:lvl9pPr marL="4031772" indent="0" algn="ctr">
              <a:buNone/>
              <a:defRPr/>
            </a:lvl9pPr>
          </a:lstStyle>
          <a:p>
            <a:r>
              <a:rPr lang="ja-JP" altLang="en-US"/>
              <a:t>マスタ サブタイトルの書式設定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xmlns="" id="{5EDCF1D3-70DE-4D22-B8BD-7108B11E7CA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A204EF50-360A-466D-A6BB-2891B3EE754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F71C6F3B-A8C0-4D46-AB3F-5E1D02D2BB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B393A30-DF45-49DE-B6F9-A0A63115B549}" type="slidenum">
              <a:rPr lang="en-US" altLang="ja-JP">
                <a:solidFill>
                  <a:srgbClr val="000000"/>
                </a:solidFill>
              </a:rPr>
              <a:pPr/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2978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xmlns="" id="{5157F3F0-57E8-4F29-A182-89A69816DE3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78207EEF-7DED-4AA0-803C-5B41690EF7D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92501F25-528B-4711-B0D6-F345F8092D6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0BDB7D6-3093-4F4C-8AD7-893CD75F6F02}" type="slidenum">
              <a:rPr lang="en-US" altLang="ja-JP">
                <a:solidFill>
                  <a:srgbClr val="000000"/>
                </a:solidFill>
              </a:rPr>
              <a:pPr/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18766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96300" y="4857792"/>
            <a:ext cx="8568531" cy="1501435"/>
          </a:xfrm>
        </p:spPr>
        <p:txBody>
          <a:bodyPr anchor="t"/>
          <a:lstStyle>
            <a:lvl1pPr algn="l">
              <a:defRPr sz="4400" b="1" cap="all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96300" y="3204114"/>
            <a:ext cx="8568531" cy="1653678"/>
          </a:xfrm>
        </p:spPr>
        <p:txBody>
          <a:bodyPr anchor="b"/>
          <a:lstStyle>
            <a:lvl1pPr marL="0" indent="0">
              <a:buNone/>
              <a:defRPr sz="2200"/>
            </a:lvl1pPr>
            <a:lvl2pPr marL="503972" indent="0">
              <a:buNone/>
              <a:defRPr sz="2000"/>
            </a:lvl2pPr>
            <a:lvl3pPr marL="1007943" indent="0">
              <a:buNone/>
              <a:defRPr sz="1800"/>
            </a:lvl3pPr>
            <a:lvl4pPr marL="1511915" indent="0">
              <a:buNone/>
              <a:defRPr sz="1500"/>
            </a:lvl4pPr>
            <a:lvl5pPr marL="2015886" indent="0">
              <a:buNone/>
              <a:defRPr sz="1500"/>
            </a:lvl5pPr>
            <a:lvl6pPr marL="2519858" indent="0">
              <a:buNone/>
              <a:defRPr sz="1500"/>
            </a:lvl6pPr>
            <a:lvl7pPr marL="3023829" indent="0">
              <a:buNone/>
              <a:defRPr sz="1500"/>
            </a:lvl7pPr>
            <a:lvl8pPr marL="3527801" indent="0">
              <a:buNone/>
              <a:defRPr sz="1500"/>
            </a:lvl8pPr>
            <a:lvl9pPr marL="4031772" indent="0">
              <a:buNone/>
              <a:defRPr sz="15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xmlns="" id="{1F1D3036-0734-4C16-9522-05D6FE28678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50621231-6A0A-47EA-ABD6-48BC4DD6E5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820395F5-9F9F-4E97-A37E-39E2CAAE066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7A603C9-528E-47D5-A0D3-03B105B4F93B}" type="slidenum">
              <a:rPr lang="en-US" altLang="ja-JP">
                <a:solidFill>
                  <a:srgbClr val="000000"/>
                </a:solidFill>
              </a:rPr>
              <a:pPr/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18950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756047" y="2183906"/>
            <a:ext cx="4200260" cy="4535805"/>
          </a:xfrm>
        </p:spPr>
        <p:txBody>
          <a:bodyPr/>
          <a:lstStyle>
            <a:lvl1pPr>
              <a:defRPr sz="31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5124318" y="2183906"/>
            <a:ext cx="4200260" cy="4535805"/>
          </a:xfrm>
        </p:spPr>
        <p:txBody>
          <a:bodyPr/>
          <a:lstStyle>
            <a:lvl1pPr>
              <a:defRPr sz="31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5B2A47C6-3AB6-468B-9B11-509C587A224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E2B787D1-24A2-4BED-A8A3-3CC1E1E8585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A7B81CEE-2735-4227-89B6-28CAFEDA286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08661E7-B044-4C98-BF2C-B275C66C6B1F}" type="slidenum">
              <a:rPr lang="en-US" altLang="ja-JP">
                <a:solidFill>
                  <a:srgbClr val="000000"/>
                </a:solidFill>
              </a:rPr>
              <a:pPr/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80520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4031" y="302737"/>
            <a:ext cx="9072563" cy="1259946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504031" y="1692178"/>
            <a:ext cx="4454027" cy="705219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503972" indent="0">
              <a:buNone/>
              <a:defRPr sz="2200" b="1"/>
            </a:lvl2pPr>
            <a:lvl3pPr marL="1007943" indent="0">
              <a:buNone/>
              <a:defRPr sz="2000" b="1"/>
            </a:lvl3pPr>
            <a:lvl4pPr marL="1511915" indent="0">
              <a:buNone/>
              <a:defRPr sz="1800" b="1"/>
            </a:lvl4pPr>
            <a:lvl5pPr marL="2015886" indent="0">
              <a:buNone/>
              <a:defRPr sz="1800" b="1"/>
            </a:lvl5pPr>
            <a:lvl6pPr marL="2519858" indent="0">
              <a:buNone/>
              <a:defRPr sz="1800" b="1"/>
            </a:lvl6pPr>
            <a:lvl7pPr marL="3023829" indent="0">
              <a:buNone/>
              <a:defRPr sz="1800" b="1"/>
            </a:lvl7pPr>
            <a:lvl8pPr marL="3527801" indent="0">
              <a:buNone/>
              <a:defRPr sz="1800" b="1"/>
            </a:lvl8pPr>
            <a:lvl9pPr marL="4031772" indent="0">
              <a:buNone/>
              <a:defRPr sz="18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504031" y="2397397"/>
            <a:ext cx="4454027" cy="43555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5120818" y="1692178"/>
            <a:ext cx="4455776" cy="705219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503972" indent="0">
              <a:buNone/>
              <a:defRPr sz="2200" b="1"/>
            </a:lvl2pPr>
            <a:lvl3pPr marL="1007943" indent="0">
              <a:buNone/>
              <a:defRPr sz="2000" b="1"/>
            </a:lvl3pPr>
            <a:lvl4pPr marL="1511915" indent="0">
              <a:buNone/>
              <a:defRPr sz="1800" b="1"/>
            </a:lvl4pPr>
            <a:lvl5pPr marL="2015886" indent="0">
              <a:buNone/>
              <a:defRPr sz="1800" b="1"/>
            </a:lvl5pPr>
            <a:lvl6pPr marL="2519858" indent="0">
              <a:buNone/>
              <a:defRPr sz="1800" b="1"/>
            </a:lvl6pPr>
            <a:lvl7pPr marL="3023829" indent="0">
              <a:buNone/>
              <a:defRPr sz="1800" b="1"/>
            </a:lvl7pPr>
            <a:lvl8pPr marL="3527801" indent="0">
              <a:buNone/>
              <a:defRPr sz="1800" b="1"/>
            </a:lvl8pPr>
            <a:lvl9pPr marL="4031772" indent="0">
              <a:buNone/>
              <a:defRPr sz="18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5120818" y="2397397"/>
            <a:ext cx="4455776" cy="43555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xmlns="" id="{DB8A8535-F736-4257-B8B2-9297F61B152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xmlns="" id="{52A6B183-7645-4FF5-A588-7C72F915FB6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xmlns="" id="{06824770-A588-407B-8A69-627B9B6DE6A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A26C343-C227-453A-8F21-A286E6A7AA9D}" type="slidenum">
              <a:rPr lang="en-US" altLang="ja-JP">
                <a:solidFill>
                  <a:srgbClr val="000000"/>
                </a:solidFill>
              </a:rPr>
              <a:pPr/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47965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xmlns="" id="{543FEE9F-2BB9-4674-95DA-288F77F3061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xmlns="" id="{1F4CBB9E-0E44-4517-8D79-58F85767A43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xmlns="" id="{441FF647-53A8-4CBE-ABD0-C4A9E2BD5B9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5B2EAB4-B360-470F-AA2A-3702A63ABAC9}" type="slidenum">
              <a:rPr lang="en-US" altLang="ja-JP">
                <a:solidFill>
                  <a:srgbClr val="000000"/>
                </a:solidFill>
              </a:rPr>
              <a:pPr/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01464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xmlns="" id="{F13DF915-7418-4BAF-ACA6-61CE252CA7D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xmlns="" id="{2317AED7-1283-4789-9371-D13D9BFE9F2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xmlns="" id="{44A3DBF0-6720-4489-B386-0B372BEFDFC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F1347FE-72B9-4836-B639-B861CB3F878F}" type="slidenum">
              <a:rPr lang="en-US" altLang="ja-JP">
                <a:solidFill>
                  <a:srgbClr val="000000"/>
                </a:solidFill>
              </a:rPr>
              <a:pPr/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81645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4032" y="300987"/>
            <a:ext cx="3316456" cy="1280945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941245" y="300988"/>
            <a:ext cx="5635349" cy="6451973"/>
          </a:xfrm>
        </p:spPr>
        <p:txBody>
          <a:bodyPr/>
          <a:lstStyle>
            <a:lvl1pPr>
              <a:defRPr sz="3500"/>
            </a:lvl1pPr>
            <a:lvl2pPr>
              <a:defRPr sz="3100"/>
            </a:lvl2pPr>
            <a:lvl3pPr>
              <a:defRPr sz="26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504032" y="1581933"/>
            <a:ext cx="3316456" cy="5171028"/>
          </a:xfrm>
        </p:spPr>
        <p:txBody>
          <a:bodyPr/>
          <a:lstStyle>
            <a:lvl1pPr marL="0" indent="0">
              <a:buNone/>
              <a:defRPr sz="1500"/>
            </a:lvl1pPr>
            <a:lvl2pPr marL="503972" indent="0">
              <a:buNone/>
              <a:defRPr sz="1300"/>
            </a:lvl2pPr>
            <a:lvl3pPr marL="1007943" indent="0">
              <a:buNone/>
              <a:defRPr sz="1100"/>
            </a:lvl3pPr>
            <a:lvl4pPr marL="1511915" indent="0">
              <a:buNone/>
              <a:defRPr sz="1000"/>
            </a:lvl4pPr>
            <a:lvl5pPr marL="2015886" indent="0">
              <a:buNone/>
              <a:defRPr sz="1000"/>
            </a:lvl5pPr>
            <a:lvl6pPr marL="2519858" indent="0">
              <a:buNone/>
              <a:defRPr sz="1000"/>
            </a:lvl6pPr>
            <a:lvl7pPr marL="3023829" indent="0">
              <a:buNone/>
              <a:defRPr sz="1000"/>
            </a:lvl7pPr>
            <a:lvl8pPr marL="3527801" indent="0">
              <a:buNone/>
              <a:defRPr sz="1000"/>
            </a:lvl8pPr>
            <a:lvl9pPr marL="4031772" indent="0">
              <a:buNone/>
              <a:defRPr sz="10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259E6CC8-3070-4ADB-8193-AD40A223278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5E604D69-5C62-48F9-9725-3ACAAC8DB9D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B4217149-F548-4957-A3EE-F94907BA043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1485E50-14D4-487C-BDD3-8FAF17E7884A}" type="slidenum">
              <a:rPr lang="en-US" altLang="ja-JP">
                <a:solidFill>
                  <a:srgbClr val="000000"/>
                </a:solidFill>
              </a:rPr>
              <a:pPr/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179471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975873" y="5291772"/>
            <a:ext cx="6048375" cy="624724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975873" y="675471"/>
            <a:ext cx="6048375" cy="4535805"/>
          </a:xfrm>
        </p:spPr>
        <p:txBody>
          <a:bodyPr/>
          <a:lstStyle>
            <a:lvl1pPr marL="0" indent="0">
              <a:buNone/>
              <a:defRPr sz="3500"/>
            </a:lvl1pPr>
            <a:lvl2pPr marL="503972" indent="0">
              <a:buNone/>
              <a:defRPr sz="3100"/>
            </a:lvl2pPr>
            <a:lvl3pPr marL="1007943" indent="0">
              <a:buNone/>
              <a:defRPr sz="2600"/>
            </a:lvl3pPr>
            <a:lvl4pPr marL="1511915" indent="0">
              <a:buNone/>
              <a:defRPr sz="2200"/>
            </a:lvl4pPr>
            <a:lvl5pPr marL="2015886" indent="0">
              <a:buNone/>
              <a:defRPr sz="2200"/>
            </a:lvl5pPr>
            <a:lvl6pPr marL="2519858" indent="0">
              <a:buNone/>
              <a:defRPr sz="2200"/>
            </a:lvl6pPr>
            <a:lvl7pPr marL="3023829" indent="0">
              <a:buNone/>
              <a:defRPr sz="2200"/>
            </a:lvl7pPr>
            <a:lvl8pPr marL="3527801" indent="0">
              <a:buNone/>
              <a:defRPr sz="2200"/>
            </a:lvl8pPr>
            <a:lvl9pPr marL="4031772" indent="0">
              <a:buNone/>
              <a:defRPr sz="2200"/>
            </a:lvl9pPr>
          </a:lstStyle>
          <a:p>
            <a:pPr lvl="0"/>
            <a:endParaRPr lang="ja-JP" altLang="en-US" noProof="0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975873" y="5916496"/>
            <a:ext cx="6048375" cy="887211"/>
          </a:xfrm>
        </p:spPr>
        <p:txBody>
          <a:bodyPr/>
          <a:lstStyle>
            <a:lvl1pPr marL="0" indent="0">
              <a:buNone/>
              <a:defRPr sz="1500"/>
            </a:lvl1pPr>
            <a:lvl2pPr marL="503972" indent="0">
              <a:buNone/>
              <a:defRPr sz="1300"/>
            </a:lvl2pPr>
            <a:lvl3pPr marL="1007943" indent="0">
              <a:buNone/>
              <a:defRPr sz="1100"/>
            </a:lvl3pPr>
            <a:lvl4pPr marL="1511915" indent="0">
              <a:buNone/>
              <a:defRPr sz="1000"/>
            </a:lvl4pPr>
            <a:lvl5pPr marL="2015886" indent="0">
              <a:buNone/>
              <a:defRPr sz="1000"/>
            </a:lvl5pPr>
            <a:lvl6pPr marL="2519858" indent="0">
              <a:buNone/>
              <a:defRPr sz="1000"/>
            </a:lvl6pPr>
            <a:lvl7pPr marL="3023829" indent="0">
              <a:buNone/>
              <a:defRPr sz="1000"/>
            </a:lvl7pPr>
            <a:lvl8pPr marL="3527801" indent="0">
              <a:buNone/>
              <a:defRPr sz="1000"/>
            </a:lvl8pPr>
            <a:lvl9pPr marL="4031772" indent="0">
              <a:buNone/>
              <a:defRPr sz="10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8079D5EE-4800-45CF-A986-B5B4F6F300A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3B8BF3AD-C4EF-4F59-93A0-D4BDBA27A31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32BE5E64-132B-40F1-947C-D17CC22DC07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372F081-E96F-4EA5-A395-D027B75BEB47}" type="slidenum">
              <a:rPr lang="en-US" altLang="ja-JP">
                <a:solidFill>
                  <a:srgbClr val="000000"/>
                </a:solidFill>
              </a:rPr>
              <a:pPr/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88845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xmlns="" id="{3D7F976E-7578-45B4-80D7-457C6A8558E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8A80912A-2CB8-4D1D-AF15-27D79524700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48AE6A11-5970-4FE2-8A89-53E06B6B193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B0477D9-4319-44F3-8F4A-D3BB192E290C}" type="slidenum">
              <a:rPr lang="en-US" altLang="ja-JP">
                <a:solidFill>
                  <a:srgbClr val="000000"/>
                </a:solidFill>
              </a:rPr>
              <a:pPr/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1844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7182445" y="671971"/>
            <a:ext cx="2142133" cy="6047740"/>
          </a:xfrm>
        </p:spPr>
        <p:txBody>
          <a:bodyPr vert="eaVert"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756047" y="671971"/>
            <a:ext cx="6258388" cy="6047740"/>
          </a:xfrm>
        </p:spPr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xmlns="" id="{223A7453-AB81-405F-9FC9-BEDA996E4B9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EF70BBDB-7C98-46C6-B539-B162F07A0C9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668B2223-6A81-4F78-9DE3-13C0D801145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F5693E0-98D4-4A3B-8147-1222F6F139A3}" type="slidenum">
              <a:rPr lang="en-US" altLang="ja-JP">
                <a:solidFill>
                  <a:srgbClr val="000000"/>
                </a:solidFill>
              </a:rPr>
              <a:pPr/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9753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 txBox="1">
            <a:spLocks noGrp="1"/>
          </p:cNvSpPr>
          <p:nvPr>
            <p:ph type="title"/>
          </p:nvPr>
        </p:nvSpPr>
        <p:spPr>
          <a:xfrm>
            <a:off x="503999" y="301320"/>
            <a:ext cx="9071640" cy="12621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endParaRPr lang="x-none" altLang="ja-JP"/>
          </a:p>
        </p:txBody>
      </p:sp>
      <p:sp>
        <p:nvSpPr>
          <p:cNvPr id="3" name="テキスト プレースホルダー 2"/>
          <p:cNvSpPr txBox="1">
            <a:spLocks noGrp="1"/>
          </p:cNvSpPr>
          <p:nvPr>
            <p:ph type="body" idx="1"/>
          </p:nvPr>
        </p:nvSpPr>
        <p:spPr>
          <a:xfrm>
            <a:off x="503999" y="1769039"/>
            <a:ext cx="9071640" cy="4989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def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None/>
              <a:defRPr lang="x-none" sz="32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defPPr>
            <a:lvl1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  <a:defRPr lang="x-none" sz="32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1pPr>
            <a:lvl2pPr marL="864000" lvl="1" indent="-324000">
              <a:spcBef>
                <a:spcPts val="0"/>
              </a:spcBef>
              <a:spcAft>
                <a:spcPts val="1134"/>
              </a:spcAft>
              <a:buSzPct val="45000"/>
              <a:buFont typeface="StarSymbol"/>
              <a:buChar char="●"/>
              <a:defRPr lang="x-none" sz="28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2pPr>
            <a:lvl3pPr marL="1295999" lvl="2" indent="-288000">
              <a:spcBef>
                <a:spcPts val="0"/>
              </a:spcBef>
              <a:spcAft>
                <a:spcPts val="850"/>
              </a:spcAft>
              <a:buSzPct val="75000"/>
              <a:buFont typeface="StarSymbol"/>
              <a:buChar char="–"/>
              <a:defRPr lang="x-none" sz="24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3pPr>
            <a:lvl4pPr marL="1728000" lvl="3" indent="-216000">
              <a:spcBef>
                <a:spcPts val="0"/>
              </a:spcBef>
              <a:spcAft>
                <a:spcPts val="567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4pPr>
            <a:lvl5pPr marL="2160000" lvl="4" indent="-216000">
              <a:spcBef>
                <a:spcPts val="0"/>
              </a:spcBef>
              <a:spcAft>
                <a:spcPts val="283"/>
              </a:spcAft>
              <a:buSzPct val="75000"/>
              <a:buFont typeface="StarSymbol"/>
              <a:buChar char="–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5pPr>
            <a:lvl6pPr marL="2591999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6pPr>
            <a:lvl7pPr marL="3023999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7pPr>
            <a:lvl8pPr marL="345600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8pPr>
            <a:lvl9pPr marL="3887999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x-none" altLang="ja-JP"/>
          </a:p>
        </p:txBody>
      </p:sp>
      <p:sp>
        <p:nvSpPr>
          <p:cNvPr id="4" name="日付プレースホルダー 3"/>
          <p:cNvSpPr txBox="1">
            <a:spLocks noGrp="1"/>
          </p:cNvSpPr>
          <p:nvPr>
            <p:ph type="dt" sz="half" idx="2"/>
          </p:nvPr>
        </p:nvSpPr>
        <p:spPr>
          <a:xfrm>
            <a:off x="503999" y="6887160"/>
            <a:ext cx="2348279" cy="5212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lvl="0" rtl="0" hangingPunct="0">
              <a:buNone/>
              <a:tabLst/>
              <a:defRPr lang="x-none" sz="1400" kern="1200">
                <a:latin typeface="Times New Roman" pitchFamily="18"/>
                <a:ea typeface="Andale Sans UI" pitchFamily="2"/>
                <a:cs typeface="Tahoma" pitchFamily="2"/>
              </a:defRPr>
            </a:lvl1pPr>
          </a:lstStyle>
          <a:p>
            <a:pPr lvl="0"/>
            <a:endParaRPr lang="x-none"/>
          </a:p>
        </p:txBody>
      </p:sp>
      <p:sp>
        <p:nvSpPr>
          <p:cNvPr id="5" name="フッター プレースホルダー 4"/>
          <p:cNvSpPr txBox="1">
            <a:spLocks noGrp="1"/>
          </p:cNvSpPr>
          <p:nvPr>
            <p:ph type="ftr" sz="quarter" idx="3"/>
          </p:nvPr>
        </p:nvSpPr>
        <p:spPr>
          <a:xfrm>
            <a:off x="3447360" y="6887160"/>
            <a:ext cx="3195000" cy="5212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lvl="0" algn="ctr" rtl="0" hangingPunct="0">
              <a:buNone/>
              <a:tabLst/>
              <a:defRPr lang="x-none" sz="1400" kern="1200">
                <a:latin typeface="Times New Roman" pitchFamily="18"/>
                <a:ea typeface="Andale Sans UI" pitchFamily="2"/>
                <a:cs typeface="Tahoma" pitchFamily="2"/>
              </a:defRPr>
            </a:lvl1pPr>
          </a:lstStyle>
          <a:p>
            <a:pPr lvl="0"/>
            <a:endParaRPr lang="x-none"/>
          </a:p>
        </p:txBody>
      </p:sp>
      <p:sp>
        <p:nvSpPr>
          <p:cNvPr id="6" name="スライド番号プレースホルダー 5"/>
          <p:cNvSpPr txBox="1">
            <a:spLocks noGrp="1"/>
          </p:cNvSpPr>
          <p:nvPr>
            <p:ph type="sldNum" sz="quarter" idx="4"/>
          </p:nvPr>
        </p:nvSpPr>
        <p:spPr>
          <a:xfrm>
            <a:off x="7227360" y="6887160"/>
            <a:ext cx="2348279" cy="5212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lvl="0" algn="r" rtl="0" hangingPunct="0">
              <a:buNone/>
              <a:tabLst/>
              <a:defRPr lang="x-none" sz="1400" kern="1200">
                <a:latin typeface="Times New Roman" pitchFamily="18"/>
                <a:ea typeface="Andale Sans UI" pitchFamily="2"/>
                <a:cs typeface="Tahoma" pitchFamily="2"/>
              </a:defRPr>
            </a:lvl1pPr>
          </a:lstStyle>
          <a:p>
            <a:pPr lvl="0"/>
            <a:fld id="{0DC9A31C-2487-4200-99F4-7475058B3987}" type="slidenum">
              <a:t>‹#›</a:t>
            </a:fld>
            <a:endParaRPr 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xStyles>
    <p:titleStyle>
      <a:lvl1pPr algn="ctr" rtl="0" hangingPunct="0">
        <a:tabLst/>
        <a:defRPr lang="x-none" altLang="ja-JP" sz="4400" b="0" i="0" u="none" strike="noStrike" kern="1200">
          <a:ln>
            <a:noFill/>
          </a:ln>
          <a:latin typeface="Arial" pitchFamily="18"/>
          <a:cs typeface="Tahoma" pitchFamily="2"/>
        </a:defRPr>
      </a:lvl1pPr>
    </p:titleStyle>
    <p:bodyStyle>
      <a:lvl1pPr rtl="0" hangingPunct="0">
        <a:spcBef>
          <a:spcPts val="0"/>
        </a:spcBef>
        <a:spcAft>
          <a:spcPts val="1417"/>
        </a:spcAft>
        <a:tabLst/>
        <a:defRPr lang="x-none" altLang="ja-JP" sz="3200" b="0" i="0" u="none" strike="noStrike" kern="1200">
          <a:ln>
            <a:noFill/>
          </a:ln>
          <a:latin typeface="Arial" pitchFamily="18"/>
          <a:cs typeface="Tahoma" pitchFamily="2"/>
        </a:defRPr>
      </a:lvl1pPr>
    </p:bodyStyle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xmlns="" id="{E50D1EA2-A234-4EF3-969E-82166B40F7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56047" y="671971"/>
            <a:ext cx="8568531" cy="12599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0794" tIns="50397" rIns="100794" bIns="5039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xmlns="" id="{43B7582F-84F2-4482-8160-E14C7E9376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56047" y="2183906"/>
            <a:ext cx="8568531" cy="4535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0794" tIns="50397" rIns="100794" bIns="5039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xmlns="" id="{AE0C6505-2730-4477-8AF0-66596B7BA58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56047" y="6887704"/>
            <a:ext cx="2100130" cy="503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0794" tIns="50397" rIns="100794" bIns="50397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500">
                <a:latin typeface="Times New Roman" charset="0"/>
                <a:ea typeface="ＭＳ Ｐゴシック" pitchFamily="50" charset="-128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xmlns="" id="{5E969004-99A3-422C-BD93-FA676669106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44214" y="6887704"/>
            <a:ext cx="3192198" cy="503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0794" tIns="50397" rIns="100794" bIns="50397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500">
                <a:latin typeface="Times New Roman" charset="0"/>
                <a:ea typeface="ＭＳ Ｐゴシック" pitchFamily="50" charset="-128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xmlns="" id="{638F6166-ADA8-45E0-816E-8EB55EA860D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24448" y="6887704"/>
            <a:ext cx="2100130" cy="503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0794" tIns="50397" rIns="100794" bIns="50397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5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5249495E-3503-4EED-B9D5-545D115C3B1B}" type="slidenum">
              <a:rPr lang="en-US" altLang="ja-JP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xmlns="" id="{80641D73-F269-4D89-8F66-23E6DCE2D60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06" y="7108195"/>
            <a:ext cx="2054627" cy="3954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5">
            <a:extLst>
              <a:ext uri="{FF2B5EF4-FFF2-40B4-BE49-F238E27FC236}">
                <a16:creationId xmlns:a16="http://schemas.microsoft.com/office/drawing/2014/main" xmlns="" id="{D80F0C5E-2C69-4B26-BA6C-C581BE14260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976951"/>
            <a:ext cx="10038622" cy="78746"/>
          </a:xfrm>
          <a:prstGeom prst="rect">
            <a:avLst/>
          </a:prstGeom>
          <a:gradFill rotWithShape="0">
            <a:gsLst>
              <a:gs pos="0">
                <a:srgbClr val="0000CC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0794" tIns="50397" rIns="100794" bIns="50397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ja-JP" altLang="en-US" sz="2600">
              <a:solidFill>
                <a:srgbClr val="000000"/>
              </a:solidFill>
            </a:endParaRPr>
          </a:p>
        </p:txBody>
      </p:sp>
      <p:sp>
        <p:nvSpPr>
          <p:cNvPr id="9" name="Text Box 8">
            <a:extLst>
              <a:ext uri="{FF2B5EF4-FFF2-40B4-BE49-F238E27FC236}">
                <a16:creationId xmlns:a16="http://schemas.microsoft.com/office/drawing/2014/main" xmlns="" id="{C5885BF0-0707-4A6B-BFF6-686DBA33735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988557" y="7055697"/>
            <a:ext cx="792800" cy="503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794" tIns="50397" rIns="100794" bIns="50397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fld id="{51C56E3A-F653-42DB-8852-B3B4C0358A76}" type="slidenum">
              <a:rPr lang="en-US" altLang="ja-JP" sz="2600">
                <a:solidFill>
                  <a:srgbClr val="000000"/>
                </a:solidFill>
                <a:latin typeface="Tahoma" panose="020B0604030504040204" pitchFamily="34" charset="0"/>
              </a:rPr>
              <a:pPr algn="ctr" fontAlgn="base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t>‹#›</a:t>
            </a:fld>
            <a:endParaRPr lang="en-US" altLang="ja-JP" sz="26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2615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900">
          <a:solidFill>
            <a:schemeClr val="tx2"/>
          </a:solidFill>
          <a:latin typeface="Times New Roman" charset="0"/>
          <a:ea typeface="ＭＳ Ｐゴシック" pitchFamily="50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900">
          <a:solidFill>
            <a:schemeClr val="tx2"/>
          </a:solidFill>
          <a:latin typeface="Times New Roman" charset="0"/>
          <a:ea typeface="ＭＳ Ｐゴシック" pitchFamily="50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900">
          <a:solidFill>
            <a:schemeClr val="tx2"/>
          </a:solidFill>
          <a:latin typeface="Times New Roman" charset="0"/>
          <a:ea typeface="ＭＳ Ｐゴシック" pitchFamily="50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900">
          <a:solidFill>
            <a:schemeClr val="tx2"/>
          </a:solidFill>
          <a:latin typeface="Times New Roman" charset="0"/>
          <a:ea typeface="ＭＳ Ｐゴシック" pitchFamily="50" charset="-128"/>
        </a:defRPr>
      </a:lvl5pPr>
      <a:lvl6pPr marL="503972" algn="ctr" rtl="0" fontAlgn="base">
        <a:spcBef>
          <a:spcPct val="0"/>
        </a:spcBef>
        <a:spcAft>
          <a:spcPct val="0"/>
        </a:spcAft>
        <a:defRPr kumimoji="1" sz="4900">
          <a:solidFill>
            <a:schemeClr val="tx2"/>
          </a:solidFill>
          <a:latin typeface="Times New Roman" charset="0"/>
          <a:ea typeface="ＭＳ Ｐゴシック" pitchFamily="50" charset="-128"/>
        </a:defRPr>
      </a:lvl6pPr>
      <a:lvl7pPr marL="1007943" algn="ctr" rtl="0" fontAlgn="base">
        <a:spcBef>
          <a:spcPct val="0"/>
        </a:spcBef>
        <a:spcAft>
          <a:spcPct val="0"/>
        </a:spcAft>
        <a:defRPr kumimoji="1" sz="4900">
          <a:solidFill>
            <a:schemeClr val="tx2"/>
          </a:solidFill>
          <a:latin typeface="Times New Roman" charset="0"/>
          <a:ea typeface="ＭＳ Ｐゴシック" pitchFamily="50" charset="-128"/>
        </a:defRPr>
      </a:lvl7pPr>
      <a:lvl8pPr marL="1511915" algn="ctr" rtl="0" fontAlgn="base">
        <a:spcBef>
          <a:spcPct val="0"/>
        </a:spcBef>
        <a:spcAft>
          <a:spcPct val="0"/>
        </a:spcAft>
        <a:defRPr kumimoji="1" sz="4900">
          <a:solidFill>
            <a:schemeClr val="tx2"/>
          </a:solidFill>
          <a:latin typeface="Times New Roman" charset="0"/>
          <a:ea typeface="ＭＳ Ｐゴシック" pitchFamily="50" charset="-128"/>
        </a:defRPr>
      </a:lvl8pPr>
      <a:lvl9pPr marL="2015886" algn="ctr" rtl="0" fontAlgn="base">
        <a:spcBef>
          <a:spcPct val="0"/>
        </a:spcBef>
        <a:spcAft>
          <a:spcPct val="0"/>
        </a:spcAft>
        <a:defRPr kumimoji="1" sz="4900">
          <a:solidFill>
            <a:schemeClr val="tx2"/>
          </a:solidFill>
          <a:latin typeface="Times New Roman" charset="0"/>
          <a:ea typeface="ＭＳ Ｐゴシック" pitchFamily="50" charset="-128"/>
        </a:defRPr>
      </a:lvl9pPr>
    </p:titleStyle>
    <p:bodyStyle>
      <a:lvl1pPr marL="377979" indent="-377979" algn="l" rtl="0" eaLnBrk="0" fontAlgn="base" hangingPunct="0">
        <a:spcBef>
          <a:spcPct val="20000"/>
        </a:spcBef>
        <a:spcAft>
          <a:spcPct val="0"/>
        </a:spcAft>
        <a:buChar char="•"/>
        <a:defRPr kumimoji="1" sz="3500">
          <a:solidFill>
            <a:schemeClr val="tx1"/>
          </a:solidFill>
          <a:latin typeface="+mn-lt"/>
          <a:ea typeface="+mn-ea"/>
          <a:cs typeface="+mn-cs"/>
        </a:defRPr>
      </a:lvl1pPr>
      <a:lvl2pPr marL="818954" indent="-314982" algn="l" rtl="0" eaLnBrk="0" fontAlgn="base" hangingPunct="0">
        <a:spcBef>
          <a:spcPct val="20000"/>
        </a:spcBef>
        <a:spcAft>
          <a:spcPct val="0"/>
        </a:spcAft>
        <a:buChar char="–"/>
        <a:defRPr kumimoji="1" sz="3100">
          <a:solidFill>
            <a:schemeClr val="tx1"/>
          </a:solidFill>
          <a:latin typeface="+mn-lt"/>
          <a:ea typeface="+mn-ea"/>
        </a:defRPr>
      </a:lvl2pPr>
      <a:lvl3pPr marL="1259929" indent="-251986" algn="l" rtl="0" eaLnBrk="0" fontAlgn="base" hangingPunct="0">
        <a:spcBef>
          <a:spcPct val="20000"/>
        </a:spcBef>
        <a:spcAft>
          <a:spcPct val="0"/>
        </a:spcAft>
        <a:buChar char="•"/>
        <a:defRPr kumimoji="1" sz="2600">
          <a:solidFill>
            <a:schemeClr val="tx1"/>
          </a:solidFill>
          <a:latin typeface="+mn-lt"/>
          <a:ea typeface="+mn-ea"/>
        </a:defRPr>
      </a:lvl3pPr>
      <a:lvl4pPr marL="1763900" indent="-251986" algn="l" rtl="0" eaLnBrk="0" fontAlgn="base" hangingPunct="0">
        <a:spcBef>
          <a:spcPct val="20000"/>
        </a:spcBef>
        <a:spcAft>
          <a:spcPct val="0"/>
        </a:spcAft>
        <a:buChar char="–"/>
        <a:defRPr kumimoji="1" sz="2200">
          <a:solidFill>
            <a:schemeClr val="tx1"/>
          </a:solidFill>
          <a:latin typeface="+mn-lt"/>
          <a:ea typeface="+mn-ea"/>
        </a:defRPr>
      </a:lvl4pPr>
      <a:lvl5pPr marL="2267872" indent="-251986" algn="l" rtl="0" eaLnBrk="0" fontAlgn="base" hangingPunct="0">
        <a:spcBef>
          <a:spcPct val="20000"/>
        </a:spcBef>
        <a:spcAft>
          <a:spcPct val="0"/>
        </a:spcAft>
        <a:buChar char="»"/>
        <a:defRPr kumimoji="1" sz="2200">
          <a:solidFill>
            <a:schemeClr val="tx1"/>
          </a:solidFill>
          <a:latin typeface="+mn-lt"/>
          <a:ea typeface="+mn-ea"/>
        </a:defRPr>
      </a:lvl5pPr>
      <a:lvl6pPr marL="2771844" indent="-251986" algn="l" rtl="0" fontAlgn="base">
        <a:spcBef>
          <a:spcPct val="20000"/>
        </a:spcBef>
        <a:spcAft>
          <a:spcPct val="0"/>
        </a:spcAft>
        <a:buChar char="»"/>
        <a:defRPr kumimoji="1" sz="2200">
          <a:solidFill>
            <a:schemeClr val="tx1"/>
          </a:solidFill>
          <a:latin typeface="+mn-lt"/>
          <a:ea typeface="+mn-ea"/>
        </a:defRPr>
      </a:lvl6pPr>
      <a:lvl7pPr marL="3275815" indent="-251986" algn="l" rtl="0" fontAlgn="base">
        <a:spcBef>
          <a:spcPct val="20000"/>
        </a:spcBef>
        <a:spcAft>
          <a:spcPct val="0"/>
        </a:spcAft>
        <a:buChar char="»"/>
        <a:defRPr kumimoji="1" sz="2200">
          <a:solidFill>
            <a:schemeClr val="tx1"/>
          </a:solidFill>
          <a:latin typeface="+mn-lt"/>
          <a:ea typeface="+mn-ea"/>
        </a:defRPr>
      </a:lvl7pPr>
      <a:lvl8pPr marL="3779787" indent="-251986" algn="l" rtl="0" fontAlgn="base">
        <a:spcBef>
          <a:spcPct val="20000"/>
        </a:spcBef>
        <a:spcAft>
          <a:spcPct val="0"/>
        </a:spcAft>
        <a:buChar char="»"/>
        <a:defRPr kumimoji="1" sz="2200">
          <a:solidFill>
            <a:schemeClr val="tx1"/>
          </a:solidFill>
          <a:latin typeface="+mn-lt"/>
          <a:ea typeface="+mn-ea"/>
        </a:defRPr>
      </a:lvl8pPr>
      <a:lvl9pPr marL="4283758" indent="-251986" algn="l" rtl="0" fontAlgn="base">
        <a:spcBef>
          <a:spcPct val="20000"/>
        </a:spcBef>
        <a:spcAft>
          <a:spcPct val="0"/>
        </a:spcAft>
        <a:buChar char="»"/>
        <a:defRPr kumimoji="1" sz="22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1007943" rtl="0" eaLnBrk="1" latinLnBrk="0" hangingPunct="1"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0" hangingPunct="1"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0" hangingPunct="1"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0" hangingPunct="1"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0" hangingPunct="1"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0" hangingPunct="1"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0" hangingPunct="1"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0" hangingPunct="1"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0" hangingPunct="1"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xmlns="" id="{68602E39-6D59-41E4-A737-1F543A3FEFE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756047" y="1091953"/>
            <a:ext cx="8568531" cy="1903918"/>
          </a:xfrm>
        </p:spPr>
        <p:txBody>
          <a:bodyPr/>
          <a:lstStyle/>
          <a:p>
            <a:pPr eaLnBrk="1" hangingPunct="1"/>
            <a:r>
              <a:rPr lang="en-US" altLang="ja-JP" sz="12100" b="1" i="1">
                <a:solidFill>
                  <a:srgbClr val="0000CC"/>
                </a:solidFill>
              </a:rPr>
              <a:t>P</a:t>
            </a:r>
            <a:r>
              <a:rPr lang="en-US" altLang="ja-JP" sz="9900" b="1" i="1">
                <a:solidFill>
                  <a:srgbClr val="0000CC"/>
                </a:solidFill>
              </a:rPr>
              <a:t>HI</a:t>
            </a:r>
            <a:r>
              <a:rPr lang="en-US" altLang="ja-JP" sz="10800" b="1" i="1">
                <a:solidFill>
                  <a:srgbClr val="0000CC"/>
                </a:solidFill>
              </a:rPr>
              <a:t>T</a:t>
            </a:r>
            <a:r>
              <a:rPr lang="en-US" altLang="ja-JP" sz="9900" b="1" i="1">
                <a:solidFill>
                  <a:srgbClr val="0000CC"/>
                </a:solidFill>
              </a:rPr>
              <a:t>S</a:t>
            </a:r>
          </a:p>
        </p:txBody>
      </p:sp>
      <p:sp>
        <p:nvSpPr>
          <p:cNvPr id="2054" name="正方形/長方形 4">
            <a:extLst>
              <a:ext uri="{FF2B5EF4-FFF2-40B4-BE49-F238E27FC236}">
                <a16:creationId xmlns:a16="http://schemas.microsoft.com/office/drawing/2014/main" xmlns="" id="{46DF7457-4D21-4911-B722-6EC6D2A254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67" y="2750882"/>
            <a:ext cx="9529340" cy="470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783" tIns="50392" rIns="100783" bIns="50392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ja-JP" sz="2400" b="1" i="1">
                <a:solidFill>
                  <a:srgbClr val="000000"/>
                </a:solidFill>
              </a:rPr>
              <a:t>Multi-Purpose </a:t>
            </a:r>
            <a:r>
              <a:rPr lang="en-US" altLang="ja-JP" sz="2400" b="1" i="1">
                <a:solidFill>
                  <a:srgbClr val="0000CC"/>
                </a:solidFill>
              </a:rPr>
              <a:t>P</a:t>
            </a:r>
            <a:r>
              <a:rPr lang="en-US" altLang="ja-JP" sz="2400" b="1" i="1">
                <a:solidFill>
                  <a:srgbClr val="000000"/>
                </a:solidFill>
              </a:rPr>
              <a:t>article and </a:t>
            </a:r>
            <a:r>
              <a:rPr lang="en-US" altLang="ja-JP" sz="2400" b="1" i="1">
                <a:solidFill>
                  <a:srgbClr val="0000CC"/>
                </a:solidFill>
              </a:rPr>
              <a:t>H</a:t>
            </a:r>
            <a:r>
              <a:rPr lang="en-US" altLang="ja-JP" sz="2400" b="1" i="1">
                <a:solidFill>
                  <a:srgbClr val="000000"/>
                </a:solidFill>
              </a:rPr>
              <a:t>eavy </a:t>
            </a:r>
            <a:r>
              <a:rPr lang="en-US" altLang="ja-JP" sz="2400" b="1" i="1">
                <a:solidFill>
                  <a:srgbClr val="0000CC"/>
                </a:solidFill>
              </a:rPr>
              <a:t>I</a:t>
            </a:r>
            <a:r>
              <a:rPr lang="en-US" altLang="ja-JP" sz="2400" b="1" i="1">
                <a:solidFill>
                  <a:srgbClr val="000000"/>
                </a:solidFill>
              </a:rPr>
              <a:t>on </a:t>
            </a:r>
            <a:r>
              <a:rPr lang="en-US" altLang="ja-JP" sz="2400" b="1" i="1">
                <a:solidFill>
                  <a:srgbClr val="0000CC"/>
                </a:solidFill>
              </a:rPr>
              <a:t>T</a:t>
            </a:r>
            <a:r>
              <a:rPr lang="en-US" altLang="ja-JP" sz="2400" b="1" i="1">
                <a:solidFill>
                  <a:srgbClr val="000000"/>
                </a:solidFill>
              </a:rPr>
              <a:t>ransport code </a:t>
            </a:r>
            <a:r>
              <a:rPr lang="en-US" altLang="ja-JP" sz="2400" b="1" i="1">
                <a:solidFill>
                  <a:srgbClr val="0000CC"/>
                </a:solidFill>
              </a:rPr>
              <a:t>S</a:t>
            </a:r>
            <a:r>
              <a:rPr lang="en-US" altLang="ja-JP" sz="2400" b="1" i="1">
                <a:solidFill>
                  <a:srgbClr val="000000"/>
                </a:solidFill>
              </a:rPr>
              <a:t>ystem</a:t>
            </a:r>
          </a:p>
        </p:txBody>
      </p:sp>
      <p:sp>
        <p:nvSpPr>
          <p:cNvPr id="2055" name="Text Box 7">
            <a:extLst>
              <a:ext uri="{FF2B5EF4-FFF2-40B4-BE49-F238E27FC236}">
                <a16:creationId xmlns:a16="http://schemas.microsoft.com/office/drawing/2014/main" xmlns="" id="{88203A96-F8B9-46EB-8085-1B3FC68F61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2150" y="7055697"/>
            <a:ext cx="5208323" cy="503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783" tIns="50392" rIns="100783" bIns="50392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ja-JP" sz="2600">
                <a:solidFill>
                  <a:srgbClr val="000000"/>
                </a:solidFill>
                <a:latin typeface="Tahoma" panose="020B0604030504040204" pitchFamily="34" charset="0"/>
              </a:rPr>
              <a:t>title</a:t>
            </a:r>
          </a:p>
        </p:txBody>
      </p:sp>
      <p:sp>
        <p:nvSpPr>
          <p:cNvPr id="10" name="Text Box 15">
            <a:extLst>
              <a:ext uri="{FF2B5EF4-FFF2-40B4-BE49-F238E27FC236}">
                <a16:creationId xmlns:a16="http://schemas.microsoft.com/office/drawing/2014/main" xmlns="" id="{BA05443C-2EF6-48D4-A674-DC3741D80A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8725" y="5771253"/>
            <a:ext cx="2821175" cy="501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783" tIns="50392" rIns="100783" bIns="50392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r>
              <a:rPr lang="en-US" altLang="ja-JP" sz="2600" dirty="0" smtClean="0">
                <a:solidFill>
                  <a:srgbClr val="FF0000"/>
                </a:solidFill>
                <a:latin typeface="Times New Roman"/>
              </a:rPr>
              <a:t>Aug</a:t>
            </a:r>
            <a:r>
              <a:rPr lang="en-US" altLang="ja-JP" sz="2600" dirty="0" smtClean="0">
                <a:solidFill>
                  <a:srgbClr val="FF0000"/>
                </a:solidFill>
                <a:latin typeface="Times New Roman"/>
              </a:rPr>
              <a:t>. </a:t>
            </a:r>
            <a:r>
              <a:rPr lang="en-US" altLang="ja-JP" sz="2600" dirty="0" smtClean="0">
                <a:solidFill>
                  <a:srgbClr val="FF0000"/>
                </a:solidFill>
                <a:latin typeface="Times New Roman"/>
              </a:rPr>
              <a:t>2018 </a:t>
            </a:r>
            <a:r>
              <a:rPr lang="en-US" altLang="ja-JP" sz="2600" dirty="0">
                <a:solidFill>
                  <a:srgbClr val="FF0000"/>
                </a:solidFill>
                <a:latin typeface="Times New Roman"/>
              </a:rPr>
              <a:t>revised</a:t>
            </a:r>
          </a:p>
        </p:txBody>
      </p:sp>
      <p:sp>
        <p:nvSpPr>
          <p:cNvPr id="2" name="サブタイトル 1"/>
          <p:cNvSpPr>
            <a:spLocks noGrp="1"/>
          </p:cNvSpPr>
          <p:nvPr>
            <p:ph type="subTitle" idx="1"/>
          </p:nvPr>
        </p:nvSpPr>
        <p:spPr>
          <a:xfrm>
            <a:off x="1498092" y="3347789"/>
            <a:ext cx="7056438" cy="1931917"/>
          </a:xfrm>
        </p:spPr>
        <p:txBody>
          <a:bodyPr/>
          <a:lstStyle/>
          <a:p>
            <a:r>
              <a:rPr lang="en-US" altLang="ja-JP" dirty="0" smtClean="0">
                <a:solidFill>
                  <a:srgbClr val="010000"/>
                </a:solidFill>
                <a:latin typeface="+mj-ea"/>
              </a:rPr>
              <a:t>Guidance </a:t>
            </a:r>
            <a:r>
              <a:rPr lang="en-US" altLang="ja-JP" smtClean="0">
                <a:solidFill>
                  <a:srgbClr val="010000"/>
                </a:solidFill>
                <a:latin typeface="+mj-ea"/>
              </a:rPr>
              <a:t>for hands-on </a:t>
            </a:r>
            <a:r>
              <a:rPr lang="en-US" altLang="ja-JP" dirty="0" smtClean="0">
                <a:solidFill>
                  <a:srgbClr val="010000"/>
                </a:solidFill>
                <a:latin typeface="+mj-ea"/>
              </a:rPr>
              <a:t>exercise</a:t>
            </a:r>
          </a:p>
          <a:p>
            <a:r>
              <a:rPr lang="en-US" altLang="ja-JP" dirty="0" smtClean="0">
                <a:solidFill>
                  <a:srgbClr val="010000"/>
                </a:solidFill>
                <a:latin typeface="+mj-ea"/>
              </a:rPr>
              <a:t>Medical </a:t>
            </a:r>
            <a:r>
              <a:rPr lang="en-US" altLang="ja-JP" dirty="0" err="1" smtClean="0">
                <a:solidFill>
                  <a:srgbClr val="010000"/>
                </a:solidFill>
                <a:latin typeface="+mj-ea"/>
              </a:rPr>
              <a:t>linac</a:t>
            </a:r>
            <a:endParaRPr lang="en-US" altLang="ja-JP" dirty="0">
              <a:solidFill>
                <a:srgbClr val="010000"/>
              </a:solidFill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54838061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x-none"/>
              <a:t>Step 1</a:t>
            </a:r>
          </a:p>
        </p:txBody>
      </p:sp>
      <p:sp>
        <p:nvSpPr>
          <p:cNvPr id="3" name="テキスト プレースホルダー 2"/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>
            <a:def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None/>
              <a:defRPr lang="x-none" sz="32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defPPr>
            <a:lvl1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  <a:defRPr lang="x-none" sz="32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1pPr>
            <a:lvl2pPr marL="864000" lvl="1" indent="-324000">
              <a:spcBef>
                <a:spcPts val="0"/>
              </a:spcBef>
              <a:spcAft>
                <a:spcPts val="1134"/>
              </a:spcAft>
              <a:buSzPct val="45000"/>
              <a:buFont typeface="StarSymbol"/>
              <a:buChar char="●"/>
              <a:defRPr lang="x-none" sz="28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2pPr>
            <a:lvl3pPr marL="1295999" lvl="2" indent="-288000">
              <a:spcBef>
                <a:spcPts val="0"/>
              </a:spcBef>
              <a:spcAft>
                <a:spcPts val="850"/>
              </a:spcAft>
              <a:buSzPct val="75000"/>
              <a:buFont typeface="StarSymbol"/>
              <a:buChar char="–"/>
              <a:defRPr lang="x-none" sz="24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3pPr>
            <a:lvl4pPr marL="1728000" lvl="3" indent="-216000">
              <a:spcBef>
                <a:spcPts val="0"/>
              </a:spcBef>
              <a:spcAft>
                <a:spcPts val="567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4pPr>
            <a:lvl5pPr marL="2160000" lvl="4" indent="-216000">
              <a:spcBef>
                <a:spcPts val="0"/>
              </a:spcBef>
              <a:spcAft>
                <a:spcPts val="283"/>
              </a:spcAft>
              <a:buSzPct val="75000"/>
              <a:buFont typeface="StarSymbol"/>
              <a:buChar char="–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5pPr>
            <a:lvl6pPr marL="2591999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6pPr>
            <a:lvl7pPr marL="3023999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7pPr>
            <a:lvl8pPr marL="345600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8pPr>
            <a:lvl9pPr marL="3887999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9pPr>
          </a:lstStyle>
          <a:p>
            <a:pPr lvl="0"/>
            <a:r>
              <a:rPr lang="x-none" altLang="ja-JP"/>
              <a:t>Install X-ray generator made of Tungsten</a:t>
            </a:r>
          </a:p>
          <a:p>
            <a:pPr lvl="0"/>
            <a:r>
              <a:rPr lang="x-none" altLang="ja-JP"/>
              <a:t>Install X-ray collimator made of Lead</a:t>
            </a:r>
          </a:p>
          <a:p>
            <a:pPr lvl="0"/>
            <a:r>
              <a:rPr lang="x-none" altLang="ja-JP"/>
              <a:t>Check the geometry by T-track with axis = xz</a:t>
            </a:r>
          </a:p>
          <a:p>
            <a:pPr lvl="0"/>
            <a:endParaRPr lang="x-none" altLang="ja-JP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endParaRPr lang="x-none" altLang="ja-JP"/>
          </a:p>
        </p:txBody>
      </p:sp>
      <p:sp>
        <p:nvSpPr>
          <p:cNvPr id="3" name="テキスト プレースホルダー 2"/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>
            <a:def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None/>
              <a:defRPr lang="x-none" sz="32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defPPr>
            <a:lvl1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  <a:defRPr lang="x-none" sz="32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1pPr>
            <a:lvl2pPr marL="864000" lvl="1" indent="-324000">
              <a:spcBef>
                <a:spcPts val="0"/>
              </a:spcBef>
              <a:spcAft>
                <a:spcPts val="1134"/>
              </a:spcAft>
              <a:buSzPct val="45000"/>
              <a:buFont typeface="StarSymbol"/>
              <a:buChar char="●"/>
              <a:defRPr lang="x-none" sz="28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2pPr>
            <a:lvl3pPr marL="1295999" lvl="2" indent="-288000">
              <a:spcBef>
                <a:spcPts val="0"/>
              </a:spcBef>
              <a:spcAft>
                <a:spcPts val="850"/>
              </a:spcAft>
              <a:buSzPct val="75000"/>
              <a:buFont typeface="StarSymbol"/>
              <a:buChar char="–"/>
              <a:defRPr lang="x-none" sz="24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3pPr>
            <a:lvl4pPr marL="1728000" lvl="3" indent="-216000">
              <a:spcBef>
                <a:spcPts val="0"/>
              </a:spcBef>
              <a:spcAft>
                <a:spcPts val="567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4pPr>
            <a:lvl5pPr marL="2160000" lvl="4" indent="-216000">
              <a:spcBef>
                <a:spcPts val="0"/>
              </a:spcBef>
              <a:spcAft>
                <a:spcPts val="283"/>
              </a:spcAft>
              <a:buSzPct val="75000"/>
              <a:buFont typeface="StarSymbol"/>
              <a:buChar char="–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5pPr>
            <a:lvl6pPr marL="2591999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6pPr>
            <a:lvl7pPr marL="3023999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7pPr>
            <a:lvl8pPr marL="345600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8pPr>
            <a:lvl9pPr marL="3887999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9pPr>
          </a:lstStyle>
          <a:p>
            <a:endParaRPr lang="x-none" altLang="ja-JP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67320" y="360000"/>
            <a:ext cx="6702120" cy="357155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テキスト ボックス 4"/>
          <p:cNvSpPr txBox="1"/>
          <p:nvPr/>
        </p:nvSpPr>
        <p:spPr>
          <a:xfrm>
            <a:off x="6120000" y="2160000"/>
            <a:ext cx="3023113" cy="356336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de-DE" sz="1800" b="0" i="0" u="none" strike="noStrike" kern="1200" dirty="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rPr>
              <a:t>Without </a:t>
            </a:r>
            <a:r>
              <a:rPr lang="de-DE" sz="1800" b="0" i="0" u="none" strike="noStrike" kern="1200" dirty="0" smtClean="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rPr>
              <a:t>(target </a:t>
            </a:r>
            <a:r>
              <a:rPr lang="de-DE" sz="1800" b="0" i="0" u="none" strike="noStrike" kern="1200" dirty="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rPr>
              <a:t>+ </a:t>
            </a:r>
            <a:r>
              <a:rPr lang="de-DE" sz="1800" b="0" i="0" u="none" strike="noStrike" kern="1200" dirty="0" smtClean="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rPr>
              <a:t>collimator)</a:t>
            </a:r>
            <a:endParaRPr lang="de-DE" sz="1800" b="0" i="0" u="none" strike="noStrike" kern="1200" dirty="0">
              <a:ln>
                <a:noFill/>
              </a:ln>
              <a:latin typeface="Arial" pitchFamily="18"/>
              <a:ea typeface="Andale Sans UI" pitchFamily="2"/>
              <a:cs typeface="Tahoma" pitchFamily="2"/>
            </a:endParaRPr>
          </a:p>
        </p:txBody>
      </p:sp>
      <p:pic>
        <p:nvPicPr>
          <p:cNvPr id="6" name="図 5"/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67320" y="3960000"/>
            <a:ext cx="6755399" cy="36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テキスト ボックス 6"/>
          <p:cNvSpPr txBox="1"/>
          <p:nvPr/>
        </p:nvSpPr>
        <p:spPr>
          <a:xfrm>
            <a:off x="6120000" y="5940000"/>
            <a:ext cx="2702256" cy="356336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de-DE" sz="1800" b="0" i="0" u="none" strike="noStrike" kern="1200" dirty="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rPr>
              <a:t>With </a:t>
            </a:r>
            <a:r>
              <a:rPr lang="de-DE" sz="1800" b="0" i="0" u="none" strike="noStrike" kern="1200" dirty="0" smtClean="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rPr>
              <a:t>(target </a:t>
            </a:r>
            <a:r>
              <a:rPr lang="de-DE" sz="1800" b="0" i="0" u="none" strike="noStrike" kern="1200" dirty="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rPr>
              <a:t>+ </a:t>
            </a:r>
            <a:r>
              <a:rPr lang="de-DE" sz="1800" b="0" i="0" u="none" strike="noStrike" kern="1200" dirty="0" smtClean="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rPr>
              <a:t>collimator)</a:t>
            </a:r>
            <a:endParaRPr lang="de-DE" sz="1800" b="0" i="0" u="none" strike="noStrike" kern="1200" dirty="0">
              <a:ln>
                <a:noFill/>
              </a:ln>
              <a:latin typeface="Arial" pitchFamily="18"/>
              <a:ea typeface="Andale Sans UI" pitchFamily="2"/>
              <a:cs typeface="Tahoma" pitchFamily="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x-none"/>
              <a:t>Step 2</a:t>
            </a:r>
          </a:p>
        </p:txBody>
      </p:sp>
      <p:sp>
        <p:nvSpPr>
          <p:cNvPr id="3" name="テキスト プレースホルダー 2"/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>
            <a:def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None/>
              <a:defRPr lang="x-none" sz="32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defPPr>
            <a:lvl1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  <a:defRPr lang="x-none" sz="32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1pPr>
            <a:lvl2pPr marL="864000" lvl="1" indent="-324000">
              <a:spcBef>
                <a:spcPts val="0"/>
              </a:spcBef>
              <a:spcAft>
                <a:spcPts val="1134"/>
              </a:spcAft>
              <a:buSzPct val="45000"/>
              <a:buFont typeface="StarSymbol"/>
              <a:buChar char="●"/>
              <a:defRPr lang="x-none" sz="28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2pPr>
            <a:lvl3pPr marL="1295999" lvl="2" indent="-288000">
              <a:spcBef>
                <a:spcPts val="0"/>
              </a:spcBef>
              <a:spcAft>
                <a:spcPts val="850"/>
              </a:spcAft>
              <a:buSzPct val="75000"/>
              <a:buFont typeface="StarSymbol"/>
              <a:buChar char="–"/>
              <a:defRPr lang="x-none" sz="24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3pPr>
            <a:lvl4pPr marL="1728000" lvl="3" indent="-216000">
              <a:spcBef>
                <a:spcPts val="0"/>
              </a:spcBef>
              <a:spcAft>
                <a:spcPts val="567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4pPr>
            <a:lvl5pPr marL="2160000" lvl="4" indent="-216000">
              <a:spcBef>
                <a:spcPts val="0"/>
              </a:spcBef>
              <a:spcAft>
                <a:spcPts val="283"/>
              </a:spcAft>
              <a:buSzPct val="75000"/>
              <a:buFont typeface="StarSymbol"/>
              <a:buChar char="–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5pPr>
            <a:lvl6pPr marL="2591999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6pPr>
            <a:lvl7pPr marL="3023999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7pPr>
            <a:lvl8pPr marL="345600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8pPr>
            <a:lvl9pPr marL="3887999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9pPr>
          </a:lstStyle>
          <a:p>
            <a:pPr lvl="0"/>
            <a:r>
              <a:rPr lang="x-none" altLang="ja-JP" dirty="0"/>
              <a:t>Score 2D distribution of dose</a:t>
            </a:r>
          </a:p>
          <a:p>
            <a:pPr lvl="1"/>
            <a:r>
              <a:rPr lang="en-US" altLang="ja-JP" dirty="0" smtClean="0"/>
              <a:t>Activate [T-deposit] by deleting “off ”</a:t>
            </a:r>
          </a:p>
          <a:p>
            <a:pPr lvl="1"/>
            <a:r>
              <a:rPr lang="en-US" altLang="ja-JP" dirty="0" smtClean="0"/>
              <a:t>fill in mesh, x-type …..unit</a:t>
            </a:r>
          </a:p>
          <a:p>
            <a:pPr lvl="1"/>
            <a:r>
              <a:rPr lang="en-US" altLang="ja-JP" dirty="0" smtClean="0"/>
              <a:t>XYZ covers, target, collimator and phantom</a:t>
            </a:r>
            <a:endParaRPr lang="x-none" altLang="ja-JP" dirty="0"/>
          </a:p>
          <a:p>
            <a:pPr lvl="0"/>
            <a:r>
              <a:rPr lang="en-US" altLang="ja-JP" dirty="0" smtClean="0"/>
              <a:t>What does it look like?</a:t>
            </a:r>
          </a:p>
          <a:p>
            <a:r>
              <a:rPr lang="en-US" altLang="ja-JP" dirty="0" smtClean="0"/>
              <a:t>Think why vacuum is white</a:t>
            </a:r>
          </a:p>
          <a:p>
            <a:pPr lvl="1"/>
            <a:r>
              <a:rPr lang="en-US" altLang="ja-JP" dirty="0" err="1" smtClean="0"/>
              <a:t>i.e</a:t>
            </a:r>
            <a:r>
              <a:rPr lang="en-US" altLang="ja-JP" dirty="0" smtClean="0"/>
              <a:t>, why colors appear only in materials</a:t>
            </a:r>
            <a:endParaRPr lang="x-none" altLang="ja-JP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x-none"/>
              <a:t>Dose distribution example</a:t>
            </a:r>
          </a:p>
        </p:txBody>
      </p:sp>
      <p:sp>
        <p:nvSpPr>
          <p:cNvPr id="3" name="テキスト プレースホルダー 2"/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>
            <a:def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None/>
              <a:defRPr lang="x-none" sz="32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defPPr>
            <a:lvl1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  <a:defRPr lang="x-none" sz="32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1pPr>
            <a:lvl2pPr marL="864000" lvl="1" indent="-324000">
              <a:spcBef>
                <a:spcPts val="0"/>
              </a:spcBef>
              <a:spcAft>
                <a:spcPts val="1134"/>
              </a:spcAft>
              <a:buSzPct val="45000"/>
              <a:buFont typeface="StarSymbol"/>
              <a:buChar char="●"/>
              <a:defRPr lang="x-none" sz="28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2pPr>
            <a:lvl3pPr marL="1295999" lvl="2" indent="-288000">
              <a:spcBef>
                <a:spcPts val="0"/>
              </a:spcBef>
              <a:spcAft>
                <a:spcPts val="850"/>
              </a:spcAft>
              <a:buSzPct val="75000"/>
              <a:buFont typeface="StarSymbol"/>
              <a:buChar char="–"/>
              <a:defRPr lang="x-none" sz="24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3pPr>
            <a:lvl4pPr marL="1728000" lvl="3" indent="-216000">
              <a:spcBef>
                <a:spcPts val="0"/>
              </a:spcBef>
              <a:spcAft>
                <a:spcPts val="567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4pPr>
            <a:lvl5pPr marL="2160000" lvl="4" indent="-216000">
              <a:spcBef>
                <a:spcPts val="0"/>
              </a:spcBef>
              <a:spcAft>
                <a:spcPts val="283"/>
              </a:spcAft>
              <a:buSzPct val="75000"/>
              <a:buFont typeface="StarSymbol"/>
              <a:buChar char="–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5pPr>
            <a:lvl6pPr marL="2591999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6pPr>
            <a:lvl7pPr marL="3023999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7pPr>
            <a:lvl8pPr marL="345600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8pPr>
            <a:lvl9pPr marL="3887999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9pPr>
          </a:lstStyle>
          <a:p>
            <a:endParaRPr lang="x-none" altLang="ja-JP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67320" y="1800000"/>
            <a:ext cx="10079639" cy="53715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>
              <a:buNone/>
            </a:pPr>
            <a:r>
              <a:rPr lang="en-US" altLang="ja-JP" dirty="0" smtClean="0"/>
              <a:t>Step 3</a:t>
            </a:r>
            <a:endParaRPr lang="x-none" altLang="ja-JP" dirty="0"/>
          </a:p>
        </p:txBody>
      </p:sp>
      <p:sp>
        <p:nvSpPr>
          <p:cNvPr id="3" name="テキスト プレースホルダー 2"/>
          <p:cNvSpPr txBox="1">
            <a:spLocks noGrp="1"/>
          </p:cNvSpPr>
          <p:nvPr>
            <p:ph type="body" idx="4294967295"/>
          </p:nvPr>
        </p:nvSpPr>
        <p:spPr>
          <a:xfrm>
            <a:off x="215776" y="1331565"/>
            <a:ext cx="9864849" cy="6228110"/>
          </a:xfrm>
        </p:spPr>
        <p:txBody>
          <a:bodyPr/>
          <a:lstStyle>
            <a:def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None/>
              <a:defRPr lang="x-none" sz="32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defPPr>
            <a:lvl1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  <a:defRPr lang="x-none" sz="32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1pPr>
            <a:lvl2pPr marL="864000" lvl="1" indent="-324000">
              <a:spcBef>
                <a:spcPts val="0"/>
              </a:spcBef>
              <a:spcAft>
                <a:spcPts val="1134"/>
              </a:spcAft>
              <a:buSzPct val="45000"/>
              <a:buFont typeface="StarSymbol"/>
              <a:buChar char="●"/>
              <a:defRPr lang="x-none" sz="28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2pPr>
            <a:lvl3pPr marL="1295999" lvl="2" indent="-288000">
              <a:spcBef>
                <a:spcPts val="0"/>
              </a:spcBef>
              <a:spcAft>
                <a:spcPts val="850"/>
              </a:spcAft>
              <a:buSzPct val="75000"/>
              <a:buFont typeface="StarSymbol"/>
              <a:buChar char="–"/>
              <a:defRPr lang="x-none" sz="24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3pPr>
            <a:lvl4pPr marL="1728000" lvl="3" indent="-216000">
              <a:spcBef>
                <a:spcPts val="0"/>
              </a:spcBef>
              <a:spcAft>
                <a:spcPts val="567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4pPr>
            <a:lvl5pPr marL="2160000" lvl="4" indent="-216000">
              <a:spcBef>
                <a:spcPts val="0"/>
              </a:spcBef>
              <a:spcAft>
                <a:spcPts val="283"/>
              </a:spcAft>
              <a:buSzPct val="75000"/>
              <a:buFont typeface="StarSymbol"/>
              <a:buChar char="–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5pPr>
            <a:lvl6pPr marL="2591999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6pPr>
            <a:lvl7pPr marL="3023999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7pPr>
            <a:lvl8pPr marL="345600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8pPr>
            <a:lvl9pPr marL="3887999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9pPr>
          </a:lstStyle>
          <a:p>
            <a:r>
              <a:rPr lang="en-US" altLang="ja-JP" dirty="0" smtClean="0"/>
              <a:t>Change to g-show mode</a:t>
            </a:r>
          </a:p>
          <a:p>
            <a:pPr lvl="1"/>
            <a:r>
              <a:rPr lang="en-US" altLang="ja-JP" dirty="0" smtClean="0"/>
              <a:t>Change </a:t>
            </a:r>
            <a:r>
              <a:rPr lang="en-US" altLang="ja-JP" dirty="0" err="1" smtClean="0"/>
              <a:t>icntl</a:t>
            </a:r>
            <a:r>
              <a:rPr lang="en-US" altLang="ja-JP" dirty="0" smtClean="0"/>
              <a:t> = 8</a:t>
            </a:r>
          </a:p>
          <a:p>
            <a:pPr lvl="1"/>
            <a:r>
              <a:rPr lang="en-US" altLang="ja-JP" dirty="0" smtClean="0"/>
              <a:t>See </a:t>
            </a:r>
            <a:r>
              <a:rPr lang="en-US" altLang="ja-JP" dirty="0" err="1" smtClean="0"/>
              <a:t>track.eps</a:t>
            </a:r>
            <a:endParaRPr lang="en-US" altLang="ja-JP" dirty="0" smtClean="0"/>
          </a:p>
          <a:p>
            <a:r>
              <a:rPr lang="en-US" altLang="ja-JP" dirty="0" smtClean="0"/>
              <a:t>Extend the g-show range</a:t>
            </a:r>
          </a:p>
          <a:p>
            <a:pPr lvl="1"/>
            <a:r>
              <a:rPr lang="en-US" altLang="ja-JP" dirty="0" smtClean="0"/>
              <a:t>Extend 8 times</a:t>
            </a:r>
          </a:p>
          <a:p>
            <a:r>
              <a:rPr lang="en-US" altLang="ja-JP" dirty="0" smtClean="0"/>
              <a:t>Install </a:t>
            </a:r>
            <a:r>
              <a:rPr lang="en-US" altLang="ja-JP" dirty="0"/>
              <a:t>shielding</a:t>
            </a:r>
          </a:p>
          <a:p>
            <a:pPr lvl="1"/>
            <a:r>
              <a:rPr lang="en-US" altLang="ja-JP" dirty="0" smtClean="0"/>
              <a:t>Thickness </a:t>
            </a:r>
            <a:r>
              <a:rPr lang="en-US" altLang="ja-JP" dirty="0"/>
              <a:t>10cm</a:t>
            </a:r>
          </a:p>
          <a:p>
            <a:pPr lvl="1"/>
            <a:r>
              <a:rPr lang="en-US" altLang="ja-JP" dirty="0"/>
              <a:t>Concrete (take composition from C:\phits\data\ </a:t>
            </a:r>
            <a:r>
              <a:rPr lang="en-US" altLang="ja-JP" dirty="0" err="1"/>
              <a:t>material.inp</a:t>
            </a:r>
            <a:r>
              <a:rPr lang="en-US" altLang="ja-JP" dirty="0"/>
              <a:t>)</a:t>
            </a:r>
          </a:p>
          <a:p>
            <a:pPr lvl="1"/>
            <a:r>
              <a:rPr lang="en-US" altLang="ja-JP"/>
              <a:t>Inner </a:t>
            </a:r>
            <a:r>
              <a:rPr lang="en-US" altLang="ja-JP" smtClean="0"/>
              <a:t>dimension  </a:t>
            </a:r>
            <a:endParaRPr lang="en-US" altLang="ja-JP" dirty="0" smtClean="0"/>
          </a:p>
          <a:p>
            <a:pPr lvl="2"/>
            <a:r>
              <a:rPr lang="en-US" altLang="ja-JP" dirty="0" smtClean="0"/>
              <a:t>X: -20 ~ +20, Y</a:t>
            </a:r>
            <a:r>
              <a:rPr lang="en-US" altLang="ja-JP" dirty="0"/>
              <a:t>: -</a:t>
            </a:r>
            <a:r>
              <a:rPr lang="en-US" altLang="ja-JP" dirty="0" smtClean="0"/>
              <a:t>20 </a:t>
            </a:r>
            <a:r>
              <a:rPr lang="en-US" altLang="ja-JP" dirty="0"/>
              <a:t>~ +</a:t>
            </a:r>
            <a:r>
              <a:rPr lang="en-US" altLang="ja-JP" dirty="0" smtClean="0"/>
              <a:t>20, Z</a:t>
            </a:r>
            <a:r>
              <a:rPr lang="en-US" altLang="ja-JP" dirty="0"/>
              <a:t>: -</a:t>
            </a:r>
            <a:r>
              <a:rPr lang="en-US" altLang="ja-JP" dirty="0" smtClean="0"/>
              <a:t>20 </a:t>
            </a:r>
            <a:r>
              <a:rPr lang="en-US" altLang="ja-JP" dirty="0"/>
              <a:t>~ </a:t>
            </a:r>
            <a:r>
              <a:rPr lang="en-US" altLang="ja-JP" dirty="0" smtClean="0"/>
              <a:t>+60</a:t>
            </a:r>
            <a:endParaRPr lang="x-none" altLang="ja-JP" dirty="0"/>
          </a:p>
          <a:p>
            <a:endParaRPr lang="x-none" altLang="ja-JP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8006" y="0"/>
            <a:ext cx="3168352" cy="25076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8006" y="2526026"/>
            <a:ext cx="3168352" cy="25076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8006" y="5052051"/>
            <a:ext cx="3168352" cy="25076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76156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>
              <a:buNone/>
            </a:pPr>
            <a:r>
              <a:rPr lang="en-US" altLang="ja-JP" dirty="0" smtClean="0"/>
              <a:t>Step 4</a:t>
            </a:r>
            <a:endParaRPr lang="x-none" altLang="ja-JP" dirty="0"/>
          </a:p>
        </p:txBody>
      </p:sp>
      <p:sp>
        <p:nvSpPr>
          <p:cNvPr id="3" name="テキスト プレースホルダー 2"/>
          <p:cNvSpPr txBox="1">
            <a:spLocks noGrp="1"/>
          </p:cNvSpPr>
          <p:nvPr>
            <p:ph type="body" idx="4294967295"/>
          </p:nvPr>
        </p:nvSpPr>
        <p:spPr>
          <a:xfrm>
            <a:off x="503998" y="1769039"/>
            <a:ext cx="9432857" cy="5790636"/>
          </a:xfrm>
        </p:spPr>
        <p:txBody>
          <a:bodyPr/>
          <a:lstStyle>
            <a:def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None/>
              <a:defRPr lang="x-none" sz="32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defPPr>
            <a:lvl1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  <a:defRPr lang="x-none" sz="32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1pPr>
            <a:lvl2pPr marL="864000" lvl="1" indent="-324000">
              <a:spcBef>
                <a:spcPts val="0"/>
              </a:spcBef>
              <a:spcAft>
                <a:spcPts val="1134"/>
              </a:spcAft>
              <a:buSzPct val="45000"/>
              <a:buFont typeface="StarSymbol"/>
              <a:buChar char="●"/>
              <a:defRPr lang="x-none" sz="28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2pPr>
            <a:lvl3pPr marL="1295999" lvl="2" indent="-288000">
              <a:spcBef>
                <a:spcPts val="0"/>
              </a:spcBef>
              <a:spcAft>
                <a:spcPts val="850"/>
              </a:spcAft>
              <a:buSzPct val="75000"/>
              <a:buFont typeface="StarSymbol"/>
              <a:buChar char="–"/>
              <a:defRPr lang="x-none" sz="24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3pPr>
            <a:lvl4pPr marL="1728000" lvl="3" indent="-216000">
              <a:spcBef>
                <a:spcPts val="0"/>
              </a:spcBef>
              <a:spcAft>
                <a:spcPts val="567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4pPr>
            <a:lvl5pPr marL="2160000" lvl="4" indent="-216000">
              <a:spcBef>
                <a:spcPts val="0"/>
              </a:spcBef>
              <a:spcAft>
                <a:spcPts val="283"/>
              </a:spcAft>
              <a:buSzPct val="75000"/>
              <a:buFont typeface="StarSymbol"/>
              <a:buChar char="–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5pPr>
            <a:lvl6pPr marL="2591999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6pPr>
            <a:lvl7pPr marL="3023999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7pPr>
            <a:lvl8pPr marL="345600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8pPr>
            <a:lvl9pPr marL="3887999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9pPr>
          </a:lstStyle>
          <a:p>
            <a:r>
              <a:rPr lang="en-US" altLang="ja-JP" dirty="0" smtClean="0"/>
              <a:t>Measure dose</a:t>
            </a:r>
          </a:p>
          <a:p>
            <a:pPr lvl="1"/>
            <a:r>
              <a:rPr lang="en-US" altLang="ja-JP" dirty="0" err="1" smtClean="0"/>
              <a:t>maxcas</a:t>
            </a:r>
            <a:r>
              <a:rPr lang="en-US" altLang="ja-JP" dirty="0" smtClean="0"/>
              <a:t> = 300  (save CPU time)</a:t>
            </a:r>
          </a:p>
          <a:p>
            <a:pPr lvl="1"/>
            <a:r>
              <a:rPr lang="en-US" altLang="ja-JP" dirty="0" smtClean="0"/>
              <a:t>Measure dose in the concrete shielding</a:t>
            </a:r>
          </a:p>
          <a:p>
            <a:pPr lvl="1"/>
            <a:r>
              <a:rPr lang="en-US" altLang="ja-JP" dirty="0" smtClean="0"/>
              <a:t>[T-Track] + Effective dose</a:t>
            </a:r>
          </a:p>
          <a:p>
            <a:pPr lvl="2"/>
            <a:r>
              <a:rPr lang="en-US" altLang="ja-JP" dirty="0" smtClean="0"/>
              <a:t>Define [T-track] in the backward concrete shielding</a:t>
            </a:r>
          </a:p>
          <a:p>
            <a:pPr lvl="2"/>
            <a:r>
              <a:rPr lang="en-US" altLang="ja-JP" dirty="0" smtClean="0"/>
              <a:t>Define effective dose </a:t>
            </a:r>
            <a:r>
              <a:rPr lang="en-US" altLang="ja-JP" dirty="0" smtClean="0"/>
              <a:t>multiplier (set multiplier ID=-202 [AP irradiation])</a:t>
            </a:r>
            <a:endParaRPr lang="en-US" altLang="ja-JP" dirty="0" smtClean="0"/>
          </a:p>
          <a:p>
            <a:pPr lvl="2"/>
            <a:r>
              <a:rPr lang="en-US" altLang="ja-JP" dirty="0" smtClean="0"/>
              <a:t>Hint </a:t>
            </a:r>
            <a:r>
              <a:rPr lang="en-US" altLang="ja-JP" dirty="0"/>
              <a:t>is in C:\</a:t>
            </a:r>
            <a:r>
              <a:rPr lang="en-US" altLang="ja-JP" dirty="0" smtClean="0"/>
              <a:t>phits\recommendation\H10multiplier\H10multiplier.inp</a:t>
            </a:r>
          </a:p>
          <a:p>
            <a:pPr lvl="2"/>
            <a:r>
              <a:rPr lang="en-US" altLang="ja-JP" dirty="0" smtClean="0"/>
              <a:t>Dose distribution in whole geometry and depth profile</a:t>
            </a:r>
          </a:p>
        </p:txBody>
      </p:sp>
    </p:spTree>
    <p:extLst>
      <p:ext uri="{BB962C8B-B14F-4D97-AF65-F5344CB8AC3E}">
        <p14:creationId xmlns:p14="http://schemas.microsoft.com/office/powerpoint/2010/main" val="1606435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46" t="12764" r="4492" b="5303"/>
          <a:stretch/>
        </p:blipFill>
        <p:spPr bwMode="auto">
          <a:xfrm>
            <a:off x="294198" y="683811"/>
            <a:ext cx="6170212" cy="43891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1" t="2625" r="2185" b="2084"/>
          <a:stretch/>
        </p:blipFill>
        <p:spPr bwMode="auto">
          <a:xfrm>
            <a:off x="4797997" y="3707829"/>
            <a:ext cx="5318098" cy="3747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08615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>
              <a:buNone/>
            </a:pPr>
            <a:r>
              <a:rPr lang="en-US" altLang="ja-JP" dirty="0" smtClean="0"/>
              <a:t>Step 5</a:t>
            </a:r>
            <a:endParaRPr lang="x-none" altLang="ja-JP" dirty="0"/>
          </a:p>
        </p:txBody>
      </p:sp>
      <p:sp>
        <p:nvSpPr>
          <p:cNvPr id="3" name="テキスト プレースホルダー 2"/>
          <p:cNvSpPr txBox="1">
            <a:spLocks noGrp="1"/>
          </p:cNvSpPr>
          <p:nvPr>
            <p:ph type="body" idx="4294967295"/>
          </p:nvPr>
        </p:nvSpPr>
        <p:spPr>
          <a:xfrm>
            <a:off x="503998" y="1769039"/>
            <a:ext cx="9432857" cy="5790636"/>
          </a:xfrm>
        </p:spPr>
        <p:txBody>
          <a:bodyPr/>
          <a:lstStyle>
            <a:def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None/>
              <a:defRPr lang="x-none" sz="32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defPPr>
            <a:lvl1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  <a:defRPr lang="x-none" sz="32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1pPr>
            <a:lvl2pPr marL="864000" lvl="1" indent="-324000">
              <a:spcBef>
                <a:spcPts val="0"/>
              </a:spcBef>
              <a:spcAft>
                <a:spcPts val="1134"/>
              </a:spcAft>
              <a:buSzPct val="45000"/>
              <a:buFont typeface="StarSymbol"/>
              <a:buChar char="●"/>
              <a:defRPr lang="x-none" sz="28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2pPr>
            <a:lvl3pPr marL="1295999" lvl="2" indent="-288000">
              <a:spcBef>
                <a:spcPts val="0"/>
              </a:spcBef>
              <a:spcAft>
                <a:spcPts val="850"/>
              </a:spcAft>
              <a:buSzPct val="75000"/>
              <a:buFont typeface="StarSymbol"/>
              <a:buChar char="–"/>
              <a:defRPr lang="x-none" sz="24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3pPr>
            <a:lvl4pPr marL="1728000" lvl="3" indent="-216000">
              <a:spcBef>
                <a:spcPts val="0"/>
              </a:spcBef>
              <a:spcAft>
                <a:spcPts val="567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4pPr>
            <a:lvl5pPr marL="2160000" lvl="4" indent="-216000">
              <a:spcBef>
                <a:spcPts val="0"/>
              </a:spcBef>
              <a:spcAft>
                <a:spcPts val="283"/>
              </a:spcAft>
              <a:buSzPct val="75000"/>
              <a:buFont typeface="StarSymbol"/>
              <a:buChar char="–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5pPr>
            <a:lvl6pPr marL="2591999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6pPr>
            <a:lvl7pPr marL="3023999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7pPr>
            <a:lvl8pPr marL="345600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8pPr>
            <a:lvl9pPr marL="3887999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9pPr>
          </a:lstStyle>
          <a:p>
            <a:r>
              <a:rPr lang="en-US" altLang="ja-JP" dirty="0" smtClean="0"/>
              <a:t>Measure dose beyond 100 cm concrete </a:t>
            </a:r>
          </a:p>
          <a:p>
            <a:pPr lvl="1"/>
            <a:r>
              <a:rPr lang="en-US" altLang="ja-JP" dirty="0" smtClean="0"/>
              <a:t>Increase concrete thickness</a:t>
            </a:r>
          </a:p>
          <a:p>
            <a:pPr lvl="2"/>
            <a:r>
              <a:rPr lang="en-US" altLang="ja-JP" dirty="0" smtClean="0"/>
              <a:t>Be careful of </a:t>
            </a:r>
            <a:r>
              <a:rPr lang="en-US" altLang="ja-JP" dirty="0"/>
              <a:t>outer vacuum “999          so   100.0”</a:t>
            </a:r>
            <a:endParaRPr lang="en-US" altLang="ja-JP" dirty="0" smtClean="0"/>
          </a:p>
          <a:p>
            <a:pPr lvl="1"/>
            <a:r>
              <a:rPr lang="en-US" altLang="ja-JP" dirty="0" smtClean="0"/>
              <a:t>Introduce importance or weight-window</a:t>
            </a:r>
          </a:p>
          <a:p>
            <a:pPr lvl="1"/>
            <a:endParaRPr lang="en-US" altLang="ja-JP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9" t="1426" r="2151" b="1772"/>
          <a:stretch/>
        </p:blipFill>
        <p:spPr bwMode="auto">
          <a:xfrm>
            <a:off x="326317" y="4153915"/>
            <a:ext cx="4457648" cy="31729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4" t="2046" r="2759" b="1801"/>
          <a:stretch/>
        </p:blipFill>
        <p:spPr bwMode="auto">
          <a:xfrm>
            <a:off x="5241555" y="4153915"/>
            <a:ext cx="4444017" cy="31729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70635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>
              <a:buNone/>
            </a:pPr>
            <a:r>
              <a:rPr lang="en-US" altLang="ja-JP" dirty="0" smtClean="0"/>
              <a:t>Step 6</a:t>
            </a:r>
            <a:endParaRPr lang="x-none" altLang="ja-JP" dirty="0"/>
          </a:p>
        </p:txBody>
      </p:sp>
      <p:sp>
        <p:nvSpPr>
          <p:cNvPr id="3" name="テキスト プレースホルダー 2"/>
          <p:cNvSpPr txBox="1">
            <a:spLocks noGrp="1"/>
          </p:cNvSpPr>
          <p:nvPr>
            <p:ph type="body" idx="4294967295"/>
          </p:nvPr>
        </p:nvSpPr>
        <p:spPr>
          <a:xfrm>
            <a:off x="503998" y="1769039"/>
            <a:ext cx="9432857" cy="5790636"/>
          </a:xfrm>
        </p:spPr>
        <p:txBody>
          <a:bodyPr/>
          <a:lstStyle>
            <a:def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None/>
              <a:defRPr lang="x-none" sz="32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defPPr>
            <a:lvl1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  <a:defRPr lang="x-none" sz="32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1pPr>
            <a:lvl2pPr marL="864000" lvl="1" indent="-324000">
              <a:spcBef>
                <a:spcPts val="0"/>
              </a:spcBef>
              <a:spcAft>
                <a:spcPts val="1134"/>
              </a:spcAft>
              <a:buSzPct val="45000"/>
              <a:buFont typeface="StarSymbol"/>
              <a:buChar char="●"/>
              <a:defRPr lang="x-none" sz="28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2pPr>
            <a:lvl3pPr marL="1295999" lvl="2" indent="-288000">
              <a:spcBef>
                <a:spcPts val="0"/>
              </a:spcBef>
              <a:spcAft>
                <a:spcPts val="850"/>
              </a:spcAft>
              <a:buSzPct val="75000"/>
              <a:buFont typeface="StarSymbol"/>
              <a:buChar char="–"/>
              <a:defRPr lang="x-none" sz="24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3pPr>
            <a:lvl4pPr marL="1728000" lvl="3" indent="-216000">
              <a:spcBef>
                <a:spcPts val="0"/>
              </a:spcBef>
              <a:spcAft>
                <a:spcPts val="567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4pPr>
            <a:lvl5pPr marL="2160000" lvl="4" indent="-216000">
              <a:spcBef>
                <a:spcPts val="0"/>
              </a:spcBef>
              <a:spcAft>
                <a:spcPts val="283"/>
              </a:spcAft>
              <a:buSzPct val="75000"/>
              <a:buFont typeface="StarSymbol"/>
              <a:buChar char="–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5pPr>
            <a:lvl6pPr marL="2591999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6pPr>
            <a:lvl7pPr marL="3023999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7pPr>
            <a:lvl8pPr marL="345600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8pPr>
            <a:lvl9pPr marL="3887999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9pPr>
          </a:lstStyle>
          <a:p>
            <a:r>
              <a:rPr lang="en-US" altLang="ja-JP" dirty="0" smtClean="0"/>
              <a:t>Measure neutron dose</a:t>
            </a:r>
          </a:p>
          <a:p>
            <a:pPr lvl="1"/>
            <a:r>
              <a:rPr lang="en-US" altLang="ja-JP" dirty="0" smtClean="0"/>
              <a:t>Turn on photo-nuclear reaction</a:t>
            </a:r>
          </a:p>
          <a:p>
            <a:pPr lvl="1"/>
            <a:r>
              <a:rPr lang="en-US" altLang="ja-JP" dirty="0" smtClean="0"/>
              <a:t>Introduce photo-nuclear reaction bias</a:t>
            </a:r>
          </a:p>
          <a:p>
            <a:pPr lvl="2"/>
            <a:r>
              <a:rPr lang="en-US" altLang="ja-JP" dirty="0" err="1" smtClean="0"/>
              <a:t>pnimul</a:t>
            </a:r>
            <a:r>
              <a:rPr lang="en-US" altLang="ja-JP" dirty="0" smtClean="0"/>
              <a:t>, importance, </a:t>
            </a:r>
            <a:r>
              <a:rPr lang="en-US" altLang="ja-JP" dirty="0" err="1" smtClean="0"/>
              <a:t>istdev</a:t>
            </a:r>
            <a:r>
              <a:rPr lang="en-US" altLang="ja-JP" dirty="0" smtClean="0"/>
              <a:t> = -2 or -1</a:t>
            </a:r>
          </a:p>
          <a:p>
            <a:pPr lvl="1"/>
            <a:endParaRPr lang="en-US" altLang="ja-JP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6" t="1870" r="1737" b="1476"/>
          <a:stretch/>
        </p:blipFill>
        <p:spPr bwMode="auto">
          <a:xfrm>
            <a:off x="300890" y="4106151"/>
            <a:ext cx="4662418" cy="3306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0" t="2408" r="2399" b="1724"/>
          <a:stretch/>
        </p:blipFill>
        <p:spPr bwMode="auto">
          <a:xfrm>
            <a:off x="5323119" y="4106151"/>
            <a:ext cx="4608512" cy="3250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35428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標準デザイン">
  <a:themeElements>
    <a:clrScheme name="標準デザイン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標準デザイン">
      <a:majorFont>
        <a:latin typeface="Times New Roman"/>
        <a:ea typeface="ＭＳ Ｐゴシック"/>
        <a:cs typeface=""/>
      </a:majorFont>
      <a:minorFont>
        <a:latin typeface="Times New Roman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374</TotalTime>
  <Words>279</Words>
  <Application>Microsoft Office PowerPoint</Application>
  <PresentationFormat>ユーザー設定</PresentationFormat>
  <Paragraphs>52</Paragraphs>
  <Slides>10</Slides>
  <Notes>9</Notes>
  <HiddenSlides>0</HiddenSlides>
  <MMClips>0</MMClips>
  <ScaleCrop>false</ScaleCrop>
  <HeadingPairs>
    <vt:vector size="4" baseType="variant">
      <vt:variant>
        <vt:lpstr>テーマ</vt:lpstr>
      </vt:variant>
      <vt:variant>
        <vt:i4>2</vt:i4>
      </vt:variant>
      <vt:variant>
        <vt:lpstr>スライド タイトル</vt:lpstr>
      </vt:variant>
      <vt:variant>
        <vt:i4>10</vt:i4>
      </vt:variant>
    </vt:vector>
  </HeadingPairs>
  <TitlesOfParts>
    <vt:vector size="12" baseType="lpstr">
      <vt:lpstr>Default</vt:lpstr>
      <vt:lpstr>標準デザイン</vt:lpstr>
      <vt:lpstr>PHITS</vt:lpstr>
      <vt:lpstr>Step 1</vt:lpstr>
      <vt:lpstr>PowerPoint プレゼンテーション</vt:lpstr>
      <vt:lpstr>Step 2</vt:lpstr>
      <vt:lpstr>Dose distribution example</vt:lpstr>
      <vt:lpstr>Step 3</vt:lpstr>
      <vt:lpstr>Step 4</vt:lpstr>
      <vt:lpstr>PowerPoint プレゼンテーション</vt:lpstr>
      <vt:lpstr>Step 5</vt:lpstr>
      <vt:lpstr>Step 6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Step 1</dc:title>
  <dc:creator>T_Ogawa</dc:creator>
  <cp:lastModifiedBy>SHashimoto</cp:lastModifiedBy>
  <cp:revision>34</cp:revision>
  <dcterms:created xsi:type="dcterms:W3CDTF">2009-04-16T11:32:32Z</dcterms:created>
  <dcterms:modified xsi:type="dcterms:W3CDTF">2018-08-01T07:55:08Z</dcterms:modified>
</cp:coreProperties>
</file>