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3"/>
  </p:notesMasterIdLst>
  <p:handoutMasterIdLst>
    <p:handoutMasterId r:id="rId14"/>
  </p:handoutMasterIdLst>
  <p:sldIdLst>
    <p:sldId id="272" r:id="rId3"/>
    <p:sldId id="256" r:id="rId4"/>
    <p:sldId id="257" r:id="rId5"/>
    <p:sldId id="258" r:id="rId6"/>
    <p:sldId id="259" r:id="rId7"/>
    <p:sldId id="264" r:id="rId8"/>
    <p:sldId id="265" r:id="rId9"/>
    <p:sldId id="273" r:id="rId10"/>
    <p:sldId id="268" r:id="rId11"/>
    <p:sldId id="270" r:id="rId12"/>
  </p:sldIdLst>
  <p:sldSz cx="10080625" cy="7559675"/>
  <p:notesSz cx="7559675" cy="106918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>
        <p:scale>
          <a:sx n="110" d="100"/>
          <a:sy n="110" d="100"/>
        </p:scale>
        <p:origin x="-894" y="-78"/>
      </p:cViewPr>
      <p:guideLst>
        <p:guide orient="horz" pos="2381"/>
        <p:guide pos="31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79" cy="53423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de-DE" sz="1400" b="0" i="0" u="none" strike="noStrike" kern="1200">
              <a:ln>
                <a:noFill/>
              </a:ln>
              <a:latin typeface="Arial" pitchFamily="18"/>
              <a:ea typeface="Andale Sans UI" pitchFamily="2"/>
              <a:cs typeface="Tahoma" pitchFamily="2"/>
            </a:endParaRPr>
          </a:p>
        </p:txBody>
      </p:sp>
      <p:sp>
        <p:nvSpPr>
          <p:cNvPr id="3" name="日付プレースホルダー 2"/>
          <p:cNvSpPr txBox="1">
            <a:spLocks noGrp="1"/>
          </p:cNvSpPr>
          <p:nvPr>
            <p:ph type="dt" sz="quarter" idx="1"/>
          </p:nvPr>
        </p:nvSpPr>
        <p:spPr>
          <a:xfrm>
            <a:off x="4278960" y="0"/>
            <a:ext cx="3280679" cy="53423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compatLnSpc="0"/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de-DE" sz="1400" b="0" i="0" u="none" strike="noStrike" kern="1200">
              <a:ln>
                <a:noFill/>
              </a:ln>
              <a:latin typeface="Arial" pitchFamily="18"/>
              <a:ea typeface="Andale Sans UI" pitchFamily="2"/>
              <a:cs typeface="Tahoma" pitchFamily="2"/>
            </a:endParaRPr>
          </a:p>
        </p:txBody>
      </p:sp>
      <p:sp>
        <p:nvSpPr>
          <p:cNvPr id="4" name="フッター プレースホルダー 3"/>
          <p:cNvSpPr txBox="1">
            <a:spLocks noGrp="1"/>
          </p:cNvSpPr>
          <p:nvPr>
            <p:ph type="ftr" sz="quarter" idx="2"/>
          </p:nvPr>
        </p:nvSpPr>
        <p:spPr>
          <a:xfrm>
            <a:off x="0" y="10157399"/>
            <a:ext cx="3280679" cy="53423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de-DE" sz="1400" b="0" i="0" u="none" strike="noStrike" kern="1200">
              <a:ln>
                <a:noFill/>
              </a:ln>
              <a:latin typeface="Arial" pitchFamily="18"/>
              <a:ea typeface="Andale Sans UI" pitchFamily="2"/>
              <a:cs typeface="Tahoma" pitchFamily="2"/>
            </a:endParaRPr>
          </a:p>
        </p:txBody>
      </p:sp>
      <p:sp>
        <p:nvSpPr>
          <p:cNvPr id="5" name="スライド番号プレースホルダー 4"/>
          <p:cNvSpPr txBox="1">
            <a:spLocks noGrp="1"/>
          </p:cNvSpPr>
          <p:nvPr>
            <p:ph type="sldNum" sz="quarter" idx="3"/>
          </p:nvPr>
        </p:nvSpPr>
        <p:spPr>
          <a:xfrm>
            <a:off x="4278960" y="10157399"/>
            <a:ext cx="3280679" cy="53423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compatLnSpc="0"/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99ED169D-BEF8-4CE6-A6B6-5A034628F716}" type="slidenum">
              <a:t>‹#›</a:t>
            </a:fld>
            <a:endParaRPr lang="de-DE" sz="1400" b="0" i="0" u="none" strike="noStrike" kern="1200">
              <a:ln>
                <a:noFill/>
              </a:ln>
              <a:latin typeface="Arial" pitchFamily="18"/>
              <a:ea typeface="Andale Sans UI" pitchFamily="2"/>
              <a:cs typeface="Tahoma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309611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 idx="2"/>
          </p:nvPr>
        </p:nvSpPr>
        <p:spPr>
          <a:xfrm>
            <a:off x="1106999" y="812520"/>
            <a:ext cx="5345279" cy="4008959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ノート プレースホルダー 2"/>
          <p:cNvSpPr txBox="1">
            <a:spLocks noGrp="1"/>
          </p:cNvSpPr>
          <p:nvPr>
            <p:ph type="body" sz="quarter" idx="3"/>
          </p:nvPr>
        </p:nvSpPr>
        <p:spPr>
          <a:xfrm>
            <a:off x="756000" y="5078519"/>
            <a:ext cx="6047639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x-none" altLang="ja-JP"/>
          </a:p>
        </p:txBody>
      </p:sp>
      <p:sp>
        <p:nvSpPr>
          <p:cNvPr id="4" name="ヘッダー プレースホルダー 3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79" cy="534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lvl="0" rtl="0" hangingPunct="0">
              <a:buNone/>
              <a:tabLst/>
              <a:defRPr lang="x-none" sz="1400" kern="1200">
                <a:latin typeface="Times New Roman" pitchFamily="18"/>
                <a:ea typeface="Andale Sans UI" pitchFamily="2"/>
                <a:cs typeface="Tahoma" pitchFamily="2"/>
              </a:defRPr>
            </a:lvl1pPr>
          </a:lstStyle>
          <a:p>
            <a:pPr lvl="0"/>
            <a:endParaRPr lang="x-none"/>
          </a:p>
        </p:txBody>
      </p:sp>
      <p:sp>
        <p:nvSpPr>
          <p:cNvPr id="5" name="日付プレースホルダー 4"/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79" cy="534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lvl="0" algn="r" rtl="0" hangingPunct="0">
              <a:buNone/>
              <a:tabLst/>
              <a:defRPr lang="x-none" sz="1400" kern="1200">
                <a:latin typeface="Times New Roman" pitchFamily="18"/>
                <a:ea typeface="Andale Sans UI" pitchFamily="2"/>
                <a:cs typeface="Tahoma" pitchFamily="2"/>
              </a:defRPr>
            </a:lvl1pPr>
          </a:lstStyle>
          <a:p>
            <a:pPr lvl="0"/>
            <a:endParaRPr lang="x-none"/>
          </a:p>
        </p:txBody>
      </p:sp>
      <p:sp>
        <p:nvSpPr>
          <p:cNvPr id="6" name="フッター プレースホルダー 5"/>
          <p:cNvSpPr txBox="1">
            <a:spLocks noGrp="1"/>
          </p:cNvSpPr>
          <p:nvPr>
            <p:ph type="ftr" sz="quarter" idx="4"/>
          </p:nvPr>
        </p:nvSpPr>
        <p:spPr>
          <a:xfrm>
            <a:off x="0" y="10157399"/>
            <a:ext cx="3280679" cy="534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>
            <a:lvl1pPr lvl="0" rtl="0" hangingPunct="0">
              <a:buNone/>
              <a:tabLst/>
              <a:defRPr lang="x-none" sz="1400" kern="1200">
                <a:latin typeface="Times New Roman" pitchFamily="18"/>
                <a:ea typeface="Andale Sans UI" pitchFamily="2"/>
                <a:cs typeface="Tahoma" pitchFamily="2"/>
              </a:defRPr>
            </a:lvl1pPr>
          </a:lstStyle>
          <a:p>
            <a:pPr lvl="0"/>
            <a:endParaRPr lang="x-none"/>
          </a:p>
        </p:txBody>
      </p:sp>
      <p:sp>
        <p:nvSpPr>
          <p:cNvPr id="7" name="スライド番号プレースホルダー 6"/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399"/>
            <a:ext cx="3280679" cy="53423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/>
          <a:lstStyle>
            <a:lvl1pPr lvl="0" algn="r" rtl="0" hangingPunct="0">
              <a:buNone/>
              <a:tabLst/>
              <a:defRPr lang="x-none" sz="1400" kern="1200">
                <a:latin typeface="Times New Roman" pitchFamily="18"/>
                <a:ea typeface="Andale Sans UI" pitchFamily="2"/>
                <a:cs typeface="Tahoma" pitchFamily="2"/>
              </a:defRPr>
            </a:lvl1pPr>
          </a:lstStyle>
          <a:p>
            <a:pPr lvl="0"/>
            <a:fld id="{F2A25022-72BD-4303-9A8F-B3671FF1EC71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99879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rtl="0" hangingPunct="0">
      <a:tabLst/>
      <a:defRPr lang="x-none" altLang="ja-JP" sz="2000" b="0" i="0" u="none" strike="noStrike" kern="1200">
        <a:ln>
          <a:noFill/>
        </a:ln>
        <a:latin typeface="Arial" pitchFamily="18"/>
        <a:cs typeface="Tahoma" pitchFamily="2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ln/>
        </p:spPr>
      </p:sp>
      <p:sp>
        <p:nvSpPr>
          <p:cNvPr id="103427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ja-JP" altLang="en-US" smtClean="0"/>
          </a:p>
        </p:txBody>
      </p:sp>
    </p:spTree>
    <p:extLst>
      <p:ext uri="{BB962C8B-B14F-4D97-AF65-F5344CB8AC3E}">
        <p14:creationId xmlns:p14="http://schemas.microsoft.com/office/powerpoint/2010/main" val="21883242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ノート プレースホルダー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x-none" altLang="ja-JP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ノート プレースホルダー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x-none" altLang="ja-JP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ノート プレースホルダー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x-none" altLang="ja-JP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ノート プレースホルダー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x-none" altLang="ja-JP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ノート プレースホルダー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x-none" altLang="ja-JP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ノート プレースホルダー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x-none" altLang="ja-JP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ノート プレースホルダー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x-none" altLang="ja-JP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ノート プレースホルダー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x-none" altLang="ja-JP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55650" y="2347913"/>
            <a:ext cx="8569325" cy="1620837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12888" y="4283075"/>
            <a:ext cx="7056437" cy="193198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6AFC7ED-7E7C-429E-B9C4-124F0F19B136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057640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3C4E5F8-C071-47EF-9E82-30CFB70686BA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215136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96925" y="4857750"/>
            <a:ext cx="8567738" cy="15017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96925" y="3203575"/>
            <a:ext cx="8567738" cy="1654175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33C3C14-3FAD-4999-85A4-6F50794623B7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152302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503238" y="1768475"/>
            <a:ext cx="4459287" cy="49895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5114925" y="1768475"/>
            <a:ext cx="4460875" cy="49895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9BB4C7C-F144-42EB-AD3E-3BDD81A0ECBD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83423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4825" y="303213"/>
            <a:ext cx="9072563" cy="1258887"/>
          </a:xfrm>
        </p:spPr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504825" y="1692275"/>
            <a:ext cx="4452938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504825" y="2397125"/>
            <a:ext cx="4452938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5121275" y="1692275"/>
            <a:ext cx="4456113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5121275" y="2397125"/>
            <a:ext cx="4456113" cy="43561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1ADCB55-799D-40F1-9E32-89C6B30AF3FE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429622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1E559C7-313D-48F5-9F41-7F44A06A77AD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13317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A0DA1BA-15AD-4563-8F38-52F7A5590E4E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93859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4825" y="301625"/>
            <a:ext cx="3316288" cy="127952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941763" y="301625"/>
            <a:ext cx="5635625" cy="6451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504825" y="1581150"/>
            <a:ext cx="3316288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4B06F0F-6DEC-4142-9188-45561CAF5EA7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0817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976438" y="5291138"/>
            <a:ext cx="6048375" cy="625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976438" y="674688"/>
            <a:ext cx="6048375" cy="4537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976438" y="5916613"/>
            <a:ext cx="6048375" cy="8874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0C4141E-0982-44BF-83DA-C5B0BC1F1685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644728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79F0EFD-70DB-4209-A47A-D6920A92B502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03336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7308850" y="301625"/>
            <a:ext cx="2266950" cy="6456363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53212" cy="6456363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x-none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8605D0F-192B-424E-87D9-5C84E6092407}" type="slidenum"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614818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56047" y="2348400"/>
            <a:ext cx="8568531" cy="1620430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12094" y="4283816"/>
            <a:ext cx="7056438" cy="1931917"/>
          </a:xfrm>
        </p:spPr>
        <p:txBody>
          <a:bodyPr/>
          <a:lstStyle>
            <a:lvl1pPr marL="0" indent="0" algn="ctr">
              <a:buNone/>
              <a:defRPr/>
            </a:lvl1pPr>
            <a:lvl2pPr marL="503972" indent="0" algn="ctr">
              <a:buNone/>
              <a:defRPr/>
            </a:lvl2pPr>
            <a:lvl3pPr marL="1007943" indent="0" algn="ctr">
              <a:buNone/>
              <a:defRPr/>
            </a:lvl3pPr>
            <a:lvl4pPr marL="1511915" indent="0" algn="ctr">
              <a:buNone/>
              <a:defRPr/>
            </a:lvl4pPr>
            <a:lvl5pPr marL="2015886" indent="0" algn="ctr">
              <a:buNone/>
              <a:defRPr/>
            </a:lvl5pPr>
            <a:lvl6pPr marL="2519858" indent="0" algn="ctr">
              <a:buNone/>
              <a:defRPr/>
            </a:lvl6pPr>
            <a:lvl7pPr marL="3023829" indent="0" algn="ctr">
              <a:buNone/>
              <a:defRPr/>
            </a:lvl7pPr>
            <a:lvl8pPr marL="3527801" indent="0" algn="ctr">
              <a:buNone/>
              <a:defRPr/>
            </a:lvl8pPr>
            <a:lvl9pPr marL="4031772" indent="0" algn="ctr">
              <a:buNone/>
              <a:defRPr/>
            </a:lvl9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4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D60D0B-D6AA-47A9-84DE-9BF82EA5B0A6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07110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91B703-D8A0-41AA-A21C-FDF9BA75AF98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82190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96300" y="4857792"/>
            <a:ext cx="8568531" cy="1501435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96300" y="3204114"/>
            <a:ext cx="8568531" cy="1653678"/>
          </a:xfrm>
        </p:spPr>
        <p:txBody>
          <a:bodyPr anchor="b"/>
          <a:lstStyle>
            <a:lvl1pPr marL="0" indent="0">
              <a:buNone/>
              <a:defRPr sz="2200"/>
            </a:lvl1pPr>
            <a:lvl2pPr marL="503972" indent="0">
              <a:buNone/>
              <a:defRPr sz="2000"/>
            </a:lvl2pPr>
            <a:lvl3pPr marL="1007943" indent="0">
              <a:buNone/>
              <a:defRPr sz="1800"/>
            </a:lvl3pPr>
            <a:lvl4pPr marL="1511915" indent="0">
              <a:buNone/>
              <a:defRPr sz="1500"/>
            </a:lvl4pPr>
            <a:lvl5pPr marL="2015886" indent="0">
              <a:buNone/>
              <a:defRPr sz="1500"/>
            </a:lvl5pPr>
            <a:lvl6pPr marL="2519858" indent="0">
              <a:buNone/>
              <a:defRPr sz="1500"/>
            </a:lvl6pPr>
            <a:lvl7pPr marL="3023829" indent="0">
              <a:buNone/>
              <a:defRPr sz="1500"/>
            </a:lvl7pPr>
            <a:lvl8pPr marL="3527801" indent="0">
              <a:buNone/>
              <a:defRPr sz="1500"/>
            </a:lvl8pPr>
            <a:lvl9pPr marL="4031772" indent="0">
              <a:buNone/>
              <a:defRPr sz="15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077FAB5-4D49-4B70-9831-30C70C8D3515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07603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756047" y="2183906"/>
            <a:ext cx="4200260" cy="4535805"/>
          </a:xfrm>
        </p:spPr>
        <p:txBody>
          <a:bodyPr/>
          <a:lstStyle>
            <a:lvl1pPr>
              <a:defRPr sz="31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5124318" y="2183906"/>
            <a:ext cx="4200260" cy="4535805"/>
          </a:xfrm>
        </p:spPr>
        <p:txBody>
          <a:bodyPr/>
          <a:lstStyle>
            <a:lvl1pPr>
              <a:defRPr sz="31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FAC204-713D-4BE2-A142-8E48B9DF7548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0601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4031" y="302737"/>
            <a:ext cx="9072563" cy="1259946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504031" y="1692178"/>
            <a:ext cx="4454027" cy="705219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503972" indent="0">
              <a:buNone/>
              <a:defRPr sz="2200" b="1"/>
            </a:lvl2pPr>
            <a:lvl3pPr marL="1007943" indent="0">
              <a:buNone/>
              <a:defRPr sz="2000" b="1"/>
            </a:lvl3pPr>
            <a:lvl4pPr marL="1511915" indent="0">
              <a:buNone/>
              <a:defRPr sz="1800" b="1"/>
            </a:lvl4pPr>
            <a:lvl5pPr marL="2015886" indent="0">
              <a:buNone/>
              <a:defRPr sz="1800" b="1"/>
            </a:lvl5pPr>
            <a:lvl6pPr marL="2519858" indent="0">
              <a:buNone/>
              <a:defRPr sz="1800" b="1"/>
            </a:lvl6pPr>
            <a:lvl7pPr marL="3023829" indent="0">
              <a:buNone/>
              <a:defRPr sz="1800" b="1"/>
            </a:lvl7pPr>
            <a:lvl8pPr marL="3527801" indent="0">
              <a:buNone/>
              <a:defRPr sz="1800" b="1"/>
            </a:lvl8pPr>
            <a:lvl9pPr marL="4031772" indent="0">
              <a:buNone/>
              <a:defRPr sz="18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504031" y="2397397"/>
            <a:ext cx="4454027" cy="43555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5120818" y="1692178"/>
            <a:ext cx="4455776" cy="705219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503972" indent="0">
              <a:buNone/>
              <a:defRPr sz="2200" b="1"/>
            </a:lvl2pPr>
            <a:lvl3pPr marL="1007943" indent="0">
              <a:buNone/>
              <a:defRPr sz="2000" b="1"/>
            </a:lvl3pPr>
            <a:lvl4pPr marL="1511915" indent="0">
              <a:buNone/>
              <a:defRPr sz="1800" b="1"/>
            </a:lvl4pPr>
            <a:lvl5pPr marL="2015886" indent="0">
              <a:buNone/>
              <a:defRPr sz="1800" b="1"/>
            </a:lvl5pPr>
            <a:lvl6pPr marL="2519858" indent="0">
              <a:buNone/>
              <a:defRPr sz="1800" b="1"/>
            </a:lvl6pPr>
            <a:lvl7pPr marL="3023829" indent="0">
              <a:buNone/>
              <a:defRPr sz="1800" b="1"/>
            </a:lvl7pPr>
            <a:lvl8pPr marL="3527801" indent="0">
              <a:buNone/>
              <a:defRPr sz="1800" b="1"/>
            </a:lvl8pPr>
            <a:lvl9pPr marL="4031772" indent="0">
              <a:buNone/>
              <a:defRPr sz="18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5120818" y="2397397"/>
            <a:ext cx="4455776" cy="43555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8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9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5F47656-3058-400E-88E1-8A3DA0D9A2B9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80641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4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F343011-A72D-4E6C-8051-63D4D32BBFC7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36948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3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4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DE8EA6-BD83-4B80-9348-645B3ECCE3F1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58728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4032" y="300987"/>
            <a:ext cx="3316456" cy="1280945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941245" y="300988"/>
            <a:ext cx="5635349" cy="6451973"/>
          </a:xfrm>
        </p:spPr>
        <p:txBody>
          <a:bodyPr/>
          <a:lstStyle>
            <a:lvl1pPr>
              <a:defRPr sz="3500"/>
            </a:lvl1pPr>
            <a:lvl2pPr>
              <a:defRPr sz="31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504032" y="1581933"/>
            <a:ext cx="3316456" cy="5171028"/>
          </a:xfrm>
        </p:spPr>
        <p:txBody>
          <a:bodyPr/>
          <a:lstStyle>
            <a:lvl1pPr marL="0" indent="0">
              <a:buNone/>
              <a:defRPr sz="1500"/>
            </a:lvl1pPr>
            <a:lvl2pPr marL="503972" indent="0">
              <a:buNone/>
              <a:defRPr sz="1300"/>
            </a:lvl2pPr>
            <a:lvl3pPr marL="1007943" indent="0">
              <a:buNone/>
              <a:defRPr sz="1100"/>
            </a:lvl3pPr>
            <a:lvl4pPr marL="1511915" indent="0">
              <a:buNone/>
              <a:defRPr sz="1000"/>
            </a:lvl4pPr>
            <a:lvl5pPr marL="2015886" indent="0">
              <a:buNone/>
              <a:defRPr sz="1000"/>
            </a:lvl5pPr>
            <a:lvl6pPr marL="2519858" indent="0">
              <a:buNone/>
              <a:defRPr sz="1000"/>
            </a:lvl6pPr>
            <a:lvl7pPr marL="3023829" indent="0">
              <a:buNone/>
              <a:defRPr sz="1000"/>
            </a:lvl7pPr>
            <a:lvl8pPr marL="3527801" indent="0">
              <a:buNone/>
              <a:defRPr sz="1000"/>
            </a:lvl8pPr>
            <a:lvl9pPr marL="4031772" indent="0">
              <a:buNone/>
              <a:defRPr sz="10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29CA4D-AC21-4E32-9D49-16B91744F2D6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78714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975873" y="5291772"/>
            <a:ext cx="6048375" cy="624724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975873" y="675471"/>
            <a:ext cx="6048375" cy="4535805"/>
          </a:xfrm>
        </p:spPr>
        <p:txBody>
          <a:bodyPr/>
          <a:lstStyle>
            <a:lvl1pPr marL="0" indent="0">
              <a:buNone/>
              <a:defRPr sz="3500"/>
            </a:lvl1pPr>
            <a:lvl2pPr marL="503972" indent="0">
              <a:buNone/>
              <a:defRPr sz="3100"/>
            </a:lvl2pPr>
            <a:lvl3pPr marL="1007943" indent="0">
              <a:buNone/>
              <a:defRPr sz="2600"/>
            </a:lvl3pPr>
            <a:lvl4pPr marL="1511915" indent="0">
              <a:buNone/>
              <a:defRPr sz="2200"/>
            </a:lvl4pPr>
            <a:lvl5pPr marL="2015886" indent="0">
              <a:buNone/>
              <a:defRPr sz="2200"/>
            </a:lvl5pPr>
            <a:lvl6pPr marL="2519858" indent="0">
              <a:buNone/>
              <a:defRPr sz="2200"/>
            </a:lvl6pPr>
            <a:lvl7pPr marL="3023829" indent="0">
              <a:buNone/>
              <a:defRPr sz="2200"/>
            </a:lvl7pPr>
            <a:lvl8pPr marL="3527801" indent="0">
              <a:buNone/>
              <a:defRPr sz="2200"/>
            </a:lvl8pPr>
            <a:lvl9pPr marL="4031772" indent="0">
              <a:buNone/>
              <a:defRPr sz="22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975873" y="5916496"/>
            <a:ext cx="6048375" cy="887211"/>
          </a:xfrm>
        </p:spPr>
        <p:txBody>
          <a:bodyPr/>
          <a:lstStyle>
            <a:lvl1pPr marL="0" indent="0">
              <a:buNone/>
              <a:defRPr sz="1500"/>
            </a:lvl1pPr>
            <a:lvl2pPr marL="503972" indent="0">
              <a:buNone/>
              <a:defRPr sz="1300"/>
            </a:lvl2pPr>
            <a:lvl3pPr marL="1007943" indent="0">
              <a:buNone/>
              <a:defRPr sz="1100"/>
            </a:lvl3pPr>
            <a:lvl4pPr marL="1511915" indent="0">
              <a:buNone/>
              <a:defRPr sz="1000"/>
            </a:lvl4pPr>
            <a:lvl5pPr marL="2015886" indent="0">
              <a:buNone/>
              <a:defRPr sz="1000"/>
            </a:lvl5pPr>
            <a:lvl6pPr marL="2519858" indent="0">
              <a:buNone/>
              <a:defRPr sz="1000"/>
            </a:lvl6pPr>
            <a:lvl7pPr marL="3023829" indent="0">
              <a:buNone/>
              <a:defRPr sz="1000"/>
            </a:lvl7pPr>
            <a:lvl8pPr marL="3527801" indent="0">
              <a:buNone/>
              <a:defRPr sz="1000"/>
            </a:lvl8pPr>
            <a:lvl9pPr marL="4031772" indent="0">
              <a:buNone/>
              <a:defRPr sz="10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07C05D-716E-430B-8F1B-696FE9865A7B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11254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656C1D-A0E4-4894-B766-752C565B9C64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96838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7182445" y="671971"/>
            <a:ext cx="2142133" cy="6047740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756047" y="671971"/>
            <a:ext cx="6258388" cy="6047740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5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6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13D808-7D6D-40D6-BC10-FDB01196358E}" type="slidenum">
              <a:rPr lang="en-US" altLang="ja-JP">
                <a:solidFill>
                  <a:srgbClr val="000000"/>
                </a:solidFill>
              </a:rPr>
              <a:pPr/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7150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 txBox="1">
            <a:spLocks noGrp="1"/>
          </p:cNvSpPr>
          <p:nvPr>
            <p:ph type="title"/>
          </p:nvPr>
        </p:nvSpPr>
        <p:spPr>
          <a:xfrm>
            <a:off x="503999" y="301320"/>
            <a:ext cx="9071640" cy="12621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endParaRPr lang="x-none" altLang="ja-JP"/>
          </a:p>
        </p:txBody>
      </p:sp>
      <p:sp>
        <p:nvSpPr>
          <p:cNvPr id="3" name="テキスト プレースホルダー 2"/>
          <p:cNvSpPr txBox="1">
            <a:spLocks noGrp="1"/>
          </p:cNvSpPr>
          <p:nvPr>
            <p:ph type="body" idx="1"/>
          </p:nvPr>
        </p:nvSpPr>
        <p:spPr>
          <a:xfrm>
            <a:off x="503999" y="1769039"/>
            <a:ext cx="9071640" cy="4989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45000"/>
              <a:buFont typeface="StarSymbol"/>
              <a:buChar char="●"/>
              <a:defRPr lang="x-none" sz="28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75000"/>
              <a:buFont typeface="StarSymbol"/>
              <a:buChar char="–"/>
              <a:defRPr lang="x-none" sz="24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75000"/>
              <a:buFont typeface="StarSymbol"/>
              <a:buChar char="–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5pPr>
            <a:lvl6pPr marL="2591999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6pPr>
            <a:lvl7pPr marL="3023999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x-none" altLang="ja-JP"/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2"/>
          </p:nvPr>
        </p:nvSpPr>
        <p:spPr>
          <a:xfrm>
            <a:off x="503999" y="6887160"/>
            <a:ext cx="2348279" cy="5212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lvl="0" rtl="0" hangingPunct="0">
              <a:buNone/>
              <a:tabLst/>
              <a:defRPr lang="x-none" sz="1400" kern="1200">
                <a:latin typeface="Times New Roman" pitchFamily="18"/>
                <a:ea typeface="Andale Sans UI" pitchFamily="2"/>
                <a:cs typeface="Tahoma" pitchFamily="2"/>
              </a:defRPr>
            </a:lvl1pPr>
          </a:lstStyle>
          <a:p>
            <a:pPr lvl="0"/>
            <a:endParaRPr lang="x-none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3"/>
          </p:nvPr>
        </p:nvSpPr>
        <p:spPr>
          <a:xfrm>
            <a:off x="3447360" y="6887160"/>
            <a:ext cx="3195000" cy="5212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lvl="0" algn="ctr" rtl="0" hangingPunct="0">
              <a:buNone/>
              <a:tabLst/>
              <a:defRPr lang="x-none" sz="1400" kern="1200">
                <a:latin typeface="Times New Roman" pitchFamily="18"/>
                <a:ea typeface="Andale Sans UI" pitchFamily="2"/>
                <a:cs typeface="Tahoma" pitchFamily="2"/>
              </a:defRPr>
            </a:lvl1pPr>
          </a:lstStyle>
          <a:p>
            <a:pPr lvl="0"/>
            <a:endParaRPr lang="x-none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4"/>
          </p:nvPr>
        </p:nvSpPr>
        <p:spPr>
          <a:xfrm>
            <a:off x="7227360" y="6887160"/>
            <a:ext cx="2348279" cy="5212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>
            <a:lvl1pPr lvl="0" algn="r" rtl="0" hangingPunct="0">
              <a:buNone/>
              <a:tabLst/>
              <a:defRPr lang="x-none" sz="1400" kern="1200">
                <a:latin typeface="Times New Roman" pitchFamily="18"/>
                <a:ea typeface="Andale Sans UI" pitchFamily="2"/>
                <a:cs typeface="Tahoma" pitchFamily="2"/>
              </a:defRPr>
            </a:lvl1pPr>
          </a:lstStyle>
          <a:p>
            <a:pPr lvl="0"/>
            <a:fld id="{0DC9A31C-2487-4200-99F4-7475058B3987}" type="slidenum">
              <a:t>‹#›</a:t>
            </a:fld>
            <a:endParaRPr 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xStyles>
    <p:titleStyle>
      <a:lvl1pPr algn="ctr" rtl="0" hangingPunct="0">
        <a:tabLst/>
        <a:defRPr lang="x-none" altLang="ja-JP" sz="4400" b="0" i="0" u="none" strike="noStrike" kern="1200">
          <a:ln>
            <a:noFill/>
          </a:ln>
          <a:latin typeface="Arial" pitchFamily="18"/>
          <a:cs typeface="Tahoma" pitchFamily="2"/>
        </a:defRPr>
      </a:lvl1pPr>
    </p:titleStyle>
    <p:bodyStyle>
      <a:lvl1pPr rtl="0" hangingPunct="0">
        <a:spcBef>
          <a:spcPts val="0"/>
        </a:spcBef>
        <a:spcAft>
          <a:spcPts val="1417"/>
        </a:spcAft>
        <a:tabLst/>
        <a:defRPr lang="x-none" altLang="ja-JP" sz="3200" b="0" i="0" u="none" strike="noStrike" kern="1200">
          <a:ln>
            <a:noFill/>
          </a:ln>
          <a:latin typeface="Arial" pitchFamily="18"/>
          <a:cs typeface="Tahoma" pitchFamily="2"/>
        </a:defRPr>
      </a:lvl1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56047" y="671971"/>
            <a:ext cx="8568531" cy="1259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0794" tIns="50397" rIns="100794" bIns="5039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6047" y="2183906"/>
            <a:ext cx="8568531" cy="4535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0794" tIns="50397" rIns="100794" bIns="5039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3076" name="Rectangle 4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56047" y="6887704"/>
            <a:ext cx="2100130" cy="503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0794" tIns="50397" rIns="100794" bIns="50397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500">
                <a:latin typeface="Times New Roman" charset="0"/>
                <a:ea typeface="ＭＳ Ｐゴシック" pitchFamily="50" charset="-128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3077" name="Rectangle 5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44214" y="6887704"/>
            <a:ext cx="3192198" cy="503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0794" tIns="50397" rIns="100794" bIns="50397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500">
                <a:latin typeface="Times New Roman" charset="0"/>
                <a:ea typeface="ＭＳ Ｐゴシック" pitchFamily="50" charset="-128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ja-JP">
              <a:solidFill>
                <a:srgbClr val="000000"/>
              </a:solidFill>
            </a:endParaRPr>
          </a:p>
        </p:txBody>
      </p:sp>
      <p:sp>
        <p:nvSpPr>
          <p:cNvPr id="3078" name="Rectangle 6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24448" y="6887704"/>
            <a:ext cx="2100130" cy="503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0794" tIns="50397" rIns="100794" bIns="50397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5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A9DE9F4-1B0D-41D4-BB45-F82231040046}" type="slidenum">
              <a:rPr lang="en-US" altLang="ja-JP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ja-JP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8194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900">
          <a:solidFill>
            <a:schemeClr val="tx2"/>
          </a:solidFill>
          <a:latin typeface="Times New Roman" charset="0"/>
          <a:ea typeface="ＭＳ Ｐゴシック" pitchFamily="5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900">
          <a:solidFill>
            <a:schemeClr val="tx2"/>
          </a:solidFill>
          <a:latin typeface="Times New Roman" charset="0"/>
          <a:ea typeface="ＭＳ Ｐゴシック" pitchFamily="5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900">
          <a:solidFill>
            <a:schemeClr val="tx2"/>
          </a:solidFill>
          <a:latin typeface="Times New Roman" charset="0"/>
          <a:ea typeface="ＭＳ Ｐゴシック" pitchFamily="5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900">
          <a:solidFill>
            <a:schemeClr val="tx2"/>
          </a:solidFill>
          <a:latin typeface="Times New Roman" charset="0"/>
          <a:ea typeface="ＭＳ Ｐゴシック" pitchFamily="50" charset="-128"/>
        </a:defRPr>
      </a:lvl5pPr>
      <a:lvl6pPr marL="503972" algn="ctr" rtl="0" fontAlgn="base">
        <a:spcBef>
          <a:spcPct val="0"/>
        </a:spcBef>
        <a:spcAft>
          <a:spcPct val="0"/>
        </a:spcAft>
        <a:defRPr kumimoji="1" sz="4900">
          <a:solidFill>
            <a:schemeClr val="tx2"/>
          </a:solidFill>
          <a:latin typeface="Times New Roman" charset="0"/>
          <a:ea typeface="ＭＳ Ｐゴシック" pitchFamily="50" charset="-128"/>
        </a:defRPr>
      </a:lvl6pPr>
      <a:lvl7pPr marL="1007943" algn="ctr" rtl="0" fontAlgn="base">
        <a:spcBef>
          <a:spcPct val="0"/>
        </a:spcBef>
        <a:spcAft>
          <a:spcPct val="0"/>
        </a:spcAft>
        <a:defRPr kumimoji="1" sz="4900">
          <a:solidFill>
            <a:schemeClr val="tx2"/>
          </a:solidFill>
          <a:latin typeface="Times New Roman" charset="0"/>
          <a:ea typeface="ＭＳ Ｐゴシック" pitchFamily="50" charset="-128"/>
        </a:defRPr>
      </a:lvl7pPr>
      <a:lvl8pPr marL="1511915" algn="ctr" rtl="0" fontAlgn="base">
        <a:spcBef>
          <a:spcPct val="0"/>
        </a:spcBef>
        <a:spcAft>
          <a:spcPct val="0"/>
        </a:spcAft>
        <a:defRPr kumimoji="1" sz="4900">
          <a:solidFill>
            <a:schemeClr val="tx2"/>
          </a:solidFill>
          <a:latin typeface="Times New Roman" charset="0"/>
          <a:ea typeface="ＭＳ Ｐゴシック" pitchFamily="50" charset="-128"/>
        </a:defRPr>
      </a:lvl8pPr>
      <a:lvl9pPr marL="2015886" algn="ctr" rtl="0" fontAlgn="base">
        <a:spcBef>
          <a:spcPct val="0"/>
        </a:spcBef>
        <a:spcAft>
          <a:spcPct val="0"/>
        </a:spcAft>
        <a:defRPr kumimoji="1" sz="4900">
          <a:solidFill>
            <a:schemeClr val="tx2"/>
          </a:solidFill>
          <a:latin typeface="Times New Roman" charset="0"/>
          <a:ea typeface="ＭＳ Ｐゴシック" pitchFamily="50" charset="-128"/>
        </a:defRPr>
      </a:lvl9pPr>
    </p:titleStyle>
    <p:bodyStyle>
      <a:lvl1pPr marL="377979" indent="-377979" algn="l" rtl="0" eaLnBrk="0" fontAlgn="base" hangingPunct="0">
        <a:spcBef>
          <a:spcPct val="20000"/>
        </a:spcBef>
        <a:spcAft>
          <a:spcPct val="0"/>
        </a:spcAft>
        <a:buChar char="•"/>
        <a:defRPr kumimoji="1" sz="3500">
          <a:solidFill>
            <a:schemeClr val="tx1"/>
          </a:solidFill>
          <a:latin typeface="+mn-lt"/>
          <a:ea typeface="+mn-ea"/>
          <a:cs typeface="+mn-cs"/>
        </a:defRPr>
      </a:lvl1pPr>
      <a:lvl2pPr marL="818954" indent="-314982" algn="l" rtl="0" eaLnBrk="0" fontAlgn="base" hangingPunct="0">
        <a:spcBef>
          <a:spcPct val="20000"/>
        </a:spcBef>
        <a:spcAft>
          <a:spcPct val="0"/>
        </a:spcAft>
        <a:buChar char="–"/>
        <a:defRPr kumimoji="1" sz="3100">
          <a:solidFill>
            <a:schemeClr val="tx1"/>
          </a:solidFill>
          <a:latin typeface="+mn-lt"/>
          <a:ea typeface="+mn-ea"/>
        </a:defRPr>
      </a:lvl2pPr>
      <a:lvl3pPr marL="1259929" indent="-251986" algn="l" rtl="0" eaLnBrk="0" fontAlgn="base" hangingPunct="0">
        <a:spcBef>
          <a:spcPct val="20000"/>
        </a:spcBef>
        <a:spcAft>
          <a:spcPct val="0"/>
        </a:spcAft>
        <a:buChar char="•"/>
        <a:defRPr kumimoji="1" sz="2600">
          <a:solidFill>
            <a:schemeClr val="tx1"/>
          </a:solidFill>
          <a:latin typeface="+mn-lt"/>
          <a:ea typeface="+mn-ea"/>
        </a:defRPr>
      </a:lvl3pPr>
      <a:lvl4pPr marL="1763900" indent="-251986" algn="l" rtl="0" eaLnBrk="0" fontAlgn="base" hangingPunct="0">
        <a:spcBef>
          <a:spcPct val="20000"/>
        </a:spcBef>
        <a:spcAft>
          <a:spcPct val="0"/>
        </a:spcAft>
        <a:buChar char="–"/>
        <a:defRPr kumimoji="1" sz="2200">
          <a:solidFill>
            <a:schemeClr val="tx1"/>
          </a:solidFill>
          <a:latin typeface="+mn-lt"/>
          <a:ea typeface="+mn-ea"/>
        </a:defRPr>
      </a:lvl4pPr>
      <a:lvl5pPr marL="2267872" indent="-251986" algn="l" rtl="0" eaLnBrk="0" fontAlgn="base" hangingPunct="0">
        <a:spcBef>
          <a:spcPct val="20000"/>
        </a:spcBef>
        <a:spcAft>
          <a:spcPct val="0"/>
        </a:spcAft>
        <a:buChar char="»"/>
        <a:defRPr kumimoji="1" sz="2200">
          <a:solidFill>
            <a:schemeClr val="tx1"/>
          </a:solidFill>
          <a:latin typeface="+mn-lt"/>
          <a:ea typeface="+mn-ea"/>
        </a:defRPr>
      </a:lvl5pPr>
      <a:lvl6pPr marL="2771844" indent="-251986" algn="l" rtl="0" fontAlgn="base">
        <a:spcBef>
          <a:spcPct val="20000"/>
        </a:spcBef>
        <a:spcAft>
          <a:spcPct val="0"/>
        </a:spcAft>
        <a:buChar char="»"/>
        <a:defRPr kumimoji="1" sz="2200">
          <a:solidFill>
            <a:schemeClr val="tx1"/>
          </a:solidFill>
          <a:latin typeface="+mn-lt"/>
          <a:ea typeface="+mn-ea"/>
        </a:defRPr>
      </a:lvl6pPr>
      <a:lvl7pPr marL="3275815" indent="-251986" algn="l" rtl="0" fontAlgn="base">
        <a:spcBef>
          <a:spcPct val="20000"/>
        </a:spcBef>
        <a:spcAft>
          <a:spcPct val="0"/>
        </a:spcAft>
        <a:buChar char="»"/>
        <a:defRPr kumimoji="1" sz="2200">
          <a:solidFill>
            <a:schemeClr val="tx1"/>
          </a:solidFill>
          <a:latin typeface="+mn-lt"/>
          <a:ea typeface="+mn-ea"/>
        </a:defRPr>
      </a:lvl7pPr>
      <a:lvl8pPr marL="3779787" indent="-251986" algn="l" rtl="0" fontAlgn="base">
        <a:spcBef>
          <a:spcPct val="20000"/>
        </a:spcBef>
        <a:spcAft>
          <a:spcPct val="0"/>
        </a:spcAft>
        <a:buChar char="»"/>
        <a:defRPr kumimoji="1" sz="2200">
          <a:solidFill>
            <a:schemeClr val="tx1"/>
          </a:solidFill>
          <a:latin typeface="+mn-lt"/>
          <a:ea typeface="+mn-ea"/>
        </a:defRPr>
      </a:lvl8pPr>
      <a:lvl9pPr marL="4283758" indent="-251986" algn="l" rtl="0" fontAlgn="base">
        <a:spcBef>
          <a:spcPct val="20000"/>
        </a:spcBef>
        <a:spcAft>
          <a:spcPct val="0"/>
        </a:spcAft>
        <a:buChar char="»"/>
        <a:defRPr kumimoji="1" sz="2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1007943" rtl="0" eaLnBrk="1" latinLnBrk="0" hangingPunct="1"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56047" y="1091953"/>
            <a:ext cx="8568531" cy="1903918"/>
          </a:xfrm>
        </p:spPr>
        <p:txBody>
          <a:bodyPr/>
          <a:lstStyle/>
          <a:p>
            <a:pPr eaLnBrk="1" hangingPunct="1"/>
            <a:r>
              <a:rPr lang="en-US" altLang="ja-JP" sz="12100" b="1" i="1">
                <a:solidFill>
                  <a:srgbClr val="0000CC"/>
                </a:solidFill>
              </a:rPr>
              <a:t>P</a:t>
            </a:r>
            <a:r>
              <a:rPr lang="en-US" altLang="ja-JP" sz="9900" b="1" i="1">
                <a:solidFill>
                  <a:srgbClr val="0000CC"/>
                </a:solidFill>
              </a:rPr>
              <a:t>HI</a:t>
            </a:r>
            <a:r>
              <a:rPr lang="en-US" altLang="ja-JP" sz="10800" b="1" i="1">
                <a:solidFill>
                  <a:srgbClr val="0000CC"/>
                </a:solidFill>
              </a:rPr>
              <a:t>T</a:t>
            </a:r>
            <a:r>
              <a:rPr lang="en-US" altLang="ja-JP" sz="9900" b="1" i="1">
                <a:solidFill>
                  <a:srgbClr val="0000CC"/>
                </a:solidFill>
              </a:rPr>
              <a:t>S</a:t>
            </a:r>
          </a:p>
        </p:txBody>
      </p:sp>
      <p:sp>
        <p:nvSpPr>
          <p:cNvPr id="15363" name="Rectangle 3">
            <a:extLst>
              <a:ext uri="{FF2B5EF4-FFF2-40B4-BE49-F238E27FC236}"/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462029" y="3611846"/>
            <a:ext cx="9156568" cy="1931917"/>
          </a:xfrm>
        </p:spPr>
        <p:txBody>
          <a:bodyPr/>
          <a:lstStyle/>
          <a:p>
            <a:pPr eaLnBrk="1" hangingPunct="1">
              <a:defRPr/>
            </a:pPr>
            <a:r>
              <a:rPr lang="ja-JP" altLang="en-US" dirty="0" smtClean="0">
                <a:solidFill>
                  <a:srgbClr val="010000"/>
                </a:solidFill>
                <a:latin typeface="+mj-ea"/>
                <a:ea typeface="+mj-ea"/>
              </a:rPr>
              <a:t>応用実習用資料</a:t>
            </a:r>
            <a:endParaRPr lang="en-US" altLang="ja-JP" smtClean="0">
              <a:solidFill>
                <a:srgbClr val="010000"/>
              </a:solidFill>
              <a:latin typeface="+mj-ea"/>
              <a:ea typeface="+mj-ea"/>
            </a:endParaRPr>
          </a:p>
          <a:p>
            <a:pPr eaLnBrk="1" hangingPunct="1">
              <a:defRPr/>
            </a:pPr>
            <a:r>
              <a:rPr lang="en-US" altLang="ja-JP" smtClean="0">
                <a:solidFill>
                  <a:srgbClr val="010000"/>
                </a:solidFill>
                <a:latin typeface="+mj-ea"/>
                <a:ea typeface="+mj-ea"/>
              </a:rPr>
              <a:t>Medical </a:t>
            </a:r>
            <a:r>
              <a:rPr lang="en-US" altLang="ja-JP" dirty="0" err="1" smtClean="0">
                <a:solidFill>
                  <a:srgbClr val="010000"/>
                </a:solidFill>
                <a:latin typeface="+mj-ea"/>
                <a:ea typeface="+mj-ea"/>
              </a:rPr>
              <a:t>linac</a:t>
            </a:r>
            <a:endParaRPr lang="en-US" altLang="ja-JP" dirty="0">
              <a:solidFill>
                <a:srgbClr val="010000"/>
              </a:solidFill>
              <a:latin typeface="+mj-ea"/>
              <a:ea typeface="+mj-ea"/>
            </a:endParaRPr>
          </a:p>
        </p:txBody>
      </p:sp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07" y="7108196"/>
            <a:ext cx="2054627" cy="3954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0" y="6976951"/>
            <a:ext cx="10038622" cy="78746"/>
          </a:xfrm>
          <a:prstGeom prst="rect">
            <a:avLst/>
          </a:prstGeom>
          <a:gradFill rotWithShape="0">
            <a:gsLst>
              <a:gs pos="0">
                <a:srgbClr val="0000CC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00783" tIns="50392" rIns="100783" bIns="50392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ja-JP" altLang="en-US" sz="2600">
              <a:solidFill>
                <a:srgbClr val="000000"/>
              </a:solidFill>
            </a:endParaRPr>
          </a:p>
        </p:txBody>
      </p:sp>
      <p:sp>
        <p:nvSpPr>
          <p:cNvPr id="15366" name="正方形/長方形 4"/>
          <p:cNvSpPr>
            <a:spLocks noChangeArrowheads="1"/>
          </p:cNvSpPr>
          <p:nvPr/>
        </p:nvSpPr>
        <p:spPr bwMode="auto">
          <a:xfrm>
            <a:off x="236267" y="2750882"/>
            <a:ext cx="9529340" cy="470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83" tIns="50392" rIns="100783" bIns="50392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ja-JP" sz="2400" b="1" i="1">
                <a:solidFill>
                  <a:srgbClr val="000000"/>
                </a:solidFill>
              </a:rPr>
              <a:t>Multi-Purpose </a:t>
            </a:r>
            <a:r>
              <a:rPr lang="en-US" altLang="ja-JP" sz="2400" b="1" i="1">
                <a:solidFill>
                  <a:srgbClr val="0000CC"/>
                </a:solidFill>
              </a:rPr>
              <a:t>P</a:t>
            </a:r>
            <a:r>
              <a:rPr lang="en-US" altLang="ja-JP" sz="2400" b="1" i="1">
                <a:solidFill>
                  <a:srgbClr val="000000"/>
                </a:solidFill>
              </a:rPr>
              <a:t>article and </a:t>
            </a:r>
            <a:r>
              <a:rPr lang="en-US" altLang="ja-JP" sz="2400" b="1" i="1">
                <a:solidFill>
                  <a:srgbClr val="0000CC"/>
                </a:solidFill>
              </a:rPr>
              <a:t>H</a:t>
            </a:r>
            <a:r>
              <a:rPr lang="en-US" altLang="ja-JP" sz="2400" b="1" i="1">
                <a:solidFill>
                  <a:srgbClr val="000000"/>
                </a:solidFill>
              </a:rPr>
              <a:t>eavy </a:t>
            </a:r>
            <a:r>
              <a:rPr lang="en-US" altLang="ja-JP" sz="2400" b="1" i="1">
                <a:solidFill>
                  <a:srgbClr val="0000CC"/>
                </a:solidFill>
              </a:rPr>
              <a:t>I</a:t>
            </a:r>
            <a:r>
              <a:rPr lang="en-US" altLang="ja-JP" sz="2400" b="1" i="1">
                <a:solidFill>
                  <a:srgbClr val="000000"/>
                </a:solidFill>
              </a:rPr>
              <a:t>on </a:t>
            </a:r>
            <a:r>
              <a:rPr lang="en-US" altLang="ja-JP" sz="2400" b="1" i="1">
                <a:solidFill>
                  <a:srgbClr val="0000CC"/>
                </a:solidFill>
              </a:rPr>
              <a:t>T</a:t>
            </a:r>
            <a:r>
              <a:rPr lang="en-US" altLang="ja-JP" sz="2400" b="1" i="1">
                <a:solidFill>
                  <a:srgbClr val="000000"/>
                </a:solidFill>
              </a:rPr>
              <a:t>ransport code </a:t>
            </a:r>
            <a:r>
              <a:rPr lang="en-US" altLang="ja-JP" sz="2400" b="1" i="1">
                <a:solidFill>
                  <a:srgbClr val="0000CC"/>
                </a:solidFill>
              </a:rPr>
              <a:t>S</a:t>
            </a:r>
            <a:r>
              <a:rPr lang="en-US" altLang="ja-JP" sz="2400" b="1" i="1">
                <a:solidFill>
                  <a:srgbClr val="000000"/>
                </a:solidFill>
              </a:rPr>
              <a:t>ystem</a:t>
            </a:r>
          </a:p>
        </p:txBody>
      </p:sp>
      <p:sp>
        <p:nvSpPr>
          <p:cNvPr id="15367" name="Text Box 7"/>
          <p:cNvSpPr txBox="1">
            <a:spLocks noChangeArrowheads="1"/>
          </p:cNvSpPr>
          <p:nvPr/>
        </p:nvSpPr>
        <p:spPr bwMode="auto">
          <a:xfrm>
            <a:off x="2422150" y="7055697"/>
            <a:ext cx="5208323" cy="503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83" tIns="50392" rIns="100783" bIns="50392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en-US" altLang="ja-JP" sz="2600">
                <a:solidFill>
                  <a:srgbClr val="000000"/>
                </a:solidFill>
                <a:latin typeface="Tahoma" panose="020B0604030504040204" pitchFamily="34" charset="0"/>
              </a:rPr>
              <a:t>title</a:t>
            </a:r>
          </a:p>
        </p:txBody>
      </p:sp>
      <p:sp>
        <p:nvSpPr>
          <p:cNvPr id="15368" name="Text Box 8"/>
          <p:cNvSpPr txBox="1">
            <a:spLocks noChangeArrowheads="1"/>
          </p:cNvSpPr>
          <p:nvPr/>
        </p:nvSpPr>
        <p:spPr bwMode="auto">
          <a:xfrm>
            <a:off x="8988557" y="7055697"/>
            <a:ext cx="792800" cy="503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83" tIns="50392" rIns="100783" bIns="50392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fontAlgn="base">
              <a:spcBef>
                <a:spcPct val="50000"/>
              </a:spcBef>
              <a:spcAft>
                <a:spcPct val="0"/>
              </a:spcAft>
              <a:buFontTx/>
              <a:buNone/>
            </a:pPr>
            <a:fld id="{7C192A15-7A00-4CA8-8E06-AD9085343294}" type="slidenum">
              <a:rPr lang="en-US" altLang="ja-JP" sz="2600">
                <a:solidFill>
                  <a:srgbClr val="000000"/>
                </a:solidFill>
                <a:latin typeface="Tahoma" panose="020B0604030504040204" pitchFamily="34" charset="0"/>
              </a:rPr>
              <a:pPr algn="ctr" fontAlgn="base">
                <a:spcBef>
                  <a:spcPct val="50000"/>
                </a:spcBef>
                <a:spcAft>
                  <a:spcPct val="0"/>
                </a:spcAft>
                <a:buFontTx/>
                <a:buNone/>
              </a:pPr>
              <a:t>1</a:t>
            </a:fld>
            <a:endParaRPr lang="en-US" altLang="ja-JP" sz="26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5369" name="Text Box 15">
            <a:extLst>
              <a:ext uri="{FF2B5EF4-FFF2-40B4-BE49-F238E27FC236}"/>
            </a:extLst>
          </p:cNvPr>
          <p:cNvSpPr txBox="1">
            <a:spLocks noChangeArrowheads="1"/>
          </p:cNvSpPr>
          <p:nvPr/>
        </p:nvSpPr>
        <p:spPr bwMode="auto">
          <a:xfrm>
            <a:off x="3477468" y="5725756"/>
            <a:ext cx="3097692" cy="57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783" tIns="50392" rIns="100783" bIns="50392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en-US" altLang="ja-JP" sz="3100" dirty="0" smtClean="0">
                <a:solidFill>
                  <a:srgbClr val="FF0000"/>
                </a:solidFill>
                <a:latin typeface="ＭＳ Ｐゴシック"/>
                <a:ea typeface="ＭＳ Ｐゴシック"/>
              </a:rPr>
              <a:t>2018</a:t>
            </a:r>
            <a:r>
              <a:rPr lang="ja-JP" altLang="en-US" sz="3100" dirty="0" smtClean="0">
                <a:solidFill>
                  <a:srgbClr val="FF0000"/>
                </a:solidFill>
                <a:latin typeface="ＭＳ Ｐゴシック"/>
                <a:ea typeface="ＭＳ Ｐゴシック"/>
              </a:rPr>
              <a:t>年</a:t>
            </a:r>
            <a:r>
              <a:rPr lang="en-US" altLang="ja-JP" sz="3100" dirty="0" smtClean="0">
                <a:solidFill>
                  <a:srgbClr val="FF0000"/>
                </a:solidFill>
                <a:latin typeface="ＭＳ Ｐゴシック"/>
                <a:ea typeface="ＭＳ Ｐゴシック"/>
              </a:rPr>
              <a:t>8</a:t>
            </a:r>
            <a:r>
              <a:rPr lang="ja-JP" altLang="en-US" sz="3100" dirty="0" smtClean="0">
                <a:solidFill>
                  <a:srgbClr val="FF0000"/>
                </a:solidFill>
                <a:latin typeface="ＭＳ Ｐゴシック"/>
                <a:ea typeface="ＭＳ Ｐゴシック"/>
              </a:rPr>
              <a:t>月</a:t>
            </a:r>
            <a:r>
              <a:rPr lang="ja-JP" altLang="en-US" sz="3100" dirty="0">
                <a:solidFill>
                  <a:srgbClr val="FF0000"/>
                </a:solidFill>
                <a:latin typeface="ＭＳ Ｐゴシック"/>
                <a:ea typeface="ＭＳ Ｐゴシック"/>
              </a:rPr>
              <a:t>改訂</a:t>
            </a:r>
            <a:endParaRPr lang="en-US" altLang="ja-JP" sz="3100" dirty="0">
              <a:solidFill>
                <a:srgbClr val="FF0000"/>
              </a:solidFill>
              <a:latin typeface="ＭＳ Ｐゴシック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67021071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ja-JP" altLang="en-US" dirty="0"/>
              <a:t>ステップ</a:t>
            </a:r>
            <a:r>
              <a:rPr lang="x-none" dirty="0" smtClean="0"/>
              <a:t> </a:t>
            </a:r>
            <a:r>
              <a:rPr lang="x-none" dirty="0"/>
              <a:t>1</a:t>
            </a:r>
          </a:p>
        </p:txBody>
      </p:sp>
      <p:sp>
        <p:nvSpPr>
          <p:cNvPr id="3" name="テキスト プレースホルダー 2"/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45000"/>
              <a:buFont typeface="StarSymbol"/>
              <a:buChar char="●"/>
              <a:defRPr lang="x-none" sz="28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75000"/>
              <a:buFont typeface="StarSymbol"/>
              <a:buChar char="–"/>
              <a:defRPr lang="x-none" sz="24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75000"/>
              <a:buFont typeface="StarSymbol"/>
              <a:buChar char="–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5pPr>
            <a:lvl6pPr marL="2591999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6pPr>
            <a:lvl7pPr marL="3023999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9pPr>
          </a:lstStyle>
          <a:p>
            <a:pPr lvl="0"/>
            <a:r>
              <a:rPr lang="ja-JP" altLang="en-US" dirty="0" smtClean="0"/>
              <a:t>タングステンの</a:t>
            </a:r>
            <a:r>
              <a:rPr lang="x-none" altLang="ja-JP" dirty="0" smtClean="0"/>
              <a:t>X</a:t>
            </a:r>
            <a:r>
              <a:rPr lang="ja-JP" altLang="en-US" dirty="0" smtClean="0"/>
              <a:t>線</a:t>
            </a:r>
            <a:r>
              <a:rPr lang="x-none" altLang="ja-JP" dirty="0" smtClean="0"/>
              <a:t> </a:t>
            </a:r>
            <a:r>
              <a:rPr lang="ja-JP" altLang="en-US" dirty="0" smtClean="0"/>
              <a:t>発生源を定義する</a:t>
            </a:r>
            <a:endParaRPr lang="x-none" altLang="ja-JP" dirty="0"/>
          </a:p>
          <a:p>
            <a:pPr lvl="0"/>
            <a:r>
              <a:rPr lang="ja-JP" altLang="en-US" dirty="0" smtClean="0"/>
              <a:t>鉛の</a:t>
            </a:r>
            <a:r>
              <a:rPr lang="x-none" altLang="ja-JP" dirty="0" smtClean="0"/>
              <a:t>X</a:t>
            </a:r>
            <a:r>
              <a:rPr lang="ja-JP" altLang="en-US" dirty="0" smtClean="0"/>
              <a:t>線コリメータを定義する</a:t>
            </a:r>
            <a:endParaRPr lang="x-none" altLang="ja-JP" dirty="0"/>
          </a:p>
          <a:p>
            <a:pPr lvl="0"/>
            <a:r>
              <a:rPr lang="ja-JP" altLang="en-US" dirty="0" smtClean="0"/>
              <a:t>ジオメトリを </a:t>
            </a:r>
            <a:r>
              <a:rPr lang="x-none" altLang="ja-JP" dirty="0"/>
              <a:t>axis = xz </a:t>
            </a:r>
            <a:r>
              <a:rPr lang="ja-JP" altLang="en-US" dirty="0" smtClean="0"/>
              <a:t>の </a:t>
            </a:r>
            <a:r>
              <a:rPr lang="en-US" altLang="ja-JP" dirty="0" smtClean="0"/>
              <a:t>[</a:t>
            </a:r>
            <a:r>
              <a:rPr lang="x-none" altLang="ja-JP" dirty="0" smtClean="0"/>
              <a:t>T-track</a:t>
            </a:r>
            <a:r>
              <a:rPr lang="en-US" altLang="ja-JP" dirty="0" smtClean="0"/>
              <a:t>] </a:t>
            </a:r>
            <a:r>
              <a:rPr lang="ja-JP" altLang="en-US" dirty="0" smtClean="0"/>
              <a:t>を使ってチェックする</a:t>
            </a:r>
            <a:endParaRPr lang="x-none" altLang="ja-JP" dirty="0"/>
          </a:p>
          <a:p>
            <a:pPr lvl="0"/>
            <a:endParaRPr lang="x-none" altLang="ja-JP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endParaRPr lang="x-none" altLang="ja-JP"/>
          </a:p>
        </p:txBody>
      </p:sp>
      <p:sp>
        <p:nvSpPr>
          <p:cNvPr id="3" name="テキスト プレースホルダー 2"/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45000"/>
              <a:buFont typeface="StarSymbol"/>
              <a:buChar char="●"/>
              <a:defRPr lang="x-none" sz="28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75000"/>
              <a:buFont typeface="StarSymbol"/>
              <a:buChar char="–"/>
              <a:defRPr lang="x-none" sz="24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75000"/>
              <a:buFont typeface="StarSymbol"/>
              <a:buChar char="–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5pPr>
            <a:lvl6pPr marL="2591999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6pPr>
            <a:lvl7pPr marL="3023999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9pPr>
          </a:lstStyle>
          <a:p>
            <a:endParaRPr lang="x-none" altLang="ja-JP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67320" y="360000"/>
            <a:ext cx="6702120" cy="357155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テキスト ボックス 4"/>
          <p:cNvSpPr txBox="1"/>
          <p:nvPr/>
        </p:nvSpPr>
        <p:spPr>
          <a:xfrm>
            <a:off x="6120000" y="2160000"/>
            <a:ext cx="2542276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altLang="en-US" sz="1800" b="0" i="0" u="none" strike="noStrike" kern="1200" dirty="0" smtClean="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rPr>
              <a:t>ターゲット・コリメータなし</a:t>
            </a:r>
            <a:endParaRPr lang="de-DE" sz="1800" b="0" i="0" u="none" strike="noStrike" kern="1200" dirty="0">
              <a:ln>
                <a:noFill/>
              </a:ln>
              <a:latin typeface="Arial" pitchFamily="18"/>
              <a:ea typeface="Andale Sans UI" pitchFamily="2"/>
              <a:cs typeface="Tahoma" pitchFamily="2"/>
            </a:endParaRPr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67320" y="3960000"/>
            <a:ext cx="6755399" cy="36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テキスト ボックス 6"/>
          <p:cNvSpPr txBox="1"/>
          <p:nvPr/>
        </p:nvSpPr>
        <p:spPr>
          <a:xfrm>
            <a:off x="6120000" y="5940000"/>
            <a:ext cx="2546829" cy="356336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ja-JP" altLang="en-US" sz="1800" b="0" i="0" u="none" strike="noStrike" kern="1200" dirty="0" smtClean="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rPr>
              <a:t>ターゲット・コリメータあり</a:t>
            </a:r>
            <a:endParaRPr lang="de-DE" sz="1800" b="0" i="0" u="none" strike="noStrike" kern="1200" dirty="0">
              <a:ln>
                <a:noFill/>
              </a:ln>
              <a:latin typeface="Arial" pitchFamily="18"/>
              <a:ea typeface="Andale Sans UI" pitchFamily="2"/>
              <a:cs typeface="Tahoma" pitchFamily="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ja-JP" altLang="en-US" dirty="0" smtClean="0"/>
              <a:t>ステップ</a:t>
            </a:r>
            <a:r>
              <a:rPr lang="x-none" dirty="0" smtClean="0"/>
              <a:t> </a:t>
            </a:r>
            <a:r>
              <a:rPr lang="x-none" dirty="0"/>
              <a:t>2</a:t>
            </a:r>
          </a:p>
        </p:txBody>
      </p:sp>
      <p:sp>
        <p:nvSpPr>
          <p:cNvPr id="3" name="テキスト プレースホルダー 2"/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45000"/>
              <a:buFont typeface="StarSymbol"/>
              <a:buChar char="●"/>
              <a:defRPr lang="x-none" sz="28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75000"/>
              <a:buFont typeface="StarSymbol"/>
              <a:buChar char="–"/>
              <a:defRPr lang="x-none" sz="24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75000"/>
              <a:buFont typeface="StarSymbol"/>
              <a:buChar char="–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5pPr>
            <a:lvl6pPr marL="2591999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6pPr>
            <a:lvl7pPr marL="3023999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9pPr>
          </a:lstStyle>
          <a:p>
            <a:pPr lvl="0"/>
            <a:r>
              <a:rPr lang="ja-JP" altLang="en-US" dirty="0" smtClean="0"/>
              <a:t>線量の二次元分布を計算する</a:t>
            </a:r>
            <a:endParaRPr lang="x-none" altLang="ja-JP" dirty="0"/>
          </a:p>
          <a:p>
            <a:pPr lvl="1"/>
            <a:r>
              <a:rPr lang="en-US" altLang="ja-JP" dirty="0"/>
              <a:t>“off ” </a:t>
            </a:r>
            <a:r>
              <a:rPr lang="ja-JP" altLang="en-US" dirty="0" err="1" smtClean="0"/>
              <a:t>を削</a:t>
            </a:r>
            <a:r>
              <a:rPr lang="ja-JP" altLang="en-US" dirty="0" smtClean="0"/>
              <a:t>除して</a:t>
            </a:r>
            <a:r>
              <a:rPr lang="en-US" altLang="ja-JP" dirty="0" smtClean="0"/>
              <a:t> [T-deposit] </a:t>
            </a:r>
            <a:r>
              <a:rPr lang="ja-JP" altLang="en-US" dirty="0" smtClean="0"/>
              <a:t>をオンにする</a:t>
            </a:r>
            <a:endParaRPr lang="en-US" altLang="ja-JP" dirty="0" smtClean="0"/>
          </a:p>
          <a:p>
            <a:pPr lvl="1"/>
            <a:r>
              <a:rPr lang="en-US" altLang="ja-JP" dirty="0" smtClean="0"/>
              <a:t>mesh, x-type …..unit </a:t>
            </a:r>
            <a:r>
              <a:rPr lang="ja-JP" altLang="en-US" dirty="0" smtClean="0"/>
              <a:t>を定義する</a:t>
            </a:r>
            <a:endParaRPr lang="en-US" altLang="ja-JP" dirty="0" smtClean="0"/>
          </a:p>
          <a:p>
            <a:pPr lvl="1"/>
            <a:r>
              <a:rPr lang="ja-JP" altLang="en-US" dirty="0" smtClean="0"/>
              <a:t>ターゲット・コリメータ・ファントムをカバーするように</a:t>
            </a:r>
            <a:r>
              <a:rPr lang="en-US" altLang="ja-JP" dirty="0" smtClean="0"/>
              <a:t>XYZ </a:t>
            </a:r>
            <a:r>
              <a:rPr lang="ja-JP" altLang="en-US" dirty="0"/>
              <a:t>の範囲</a:t>
            </a:r>
            <a:r>
              <a:rPr lang="ja-JP" altLang="en-US" dirty="0" smtClean="0"/>
              <a:t>を決める</a:t>
            </a:r>
            <a:endParaRPr lang="x-none" altLang="ja-JP" dirty="0"/>
          </a:p>
          <a:p>
            <a:pPr lvl="0"/>
            <a:r>
              <a:rPr lang="ja-JP" altLang="en-US" dirty="0" smtClean="0"/>
              <a:t>線量分布の形の特徴は？</a:t>
            </a:r>
            <a:endParaRPr lang="en-US" altLang="ja-JP" dirty="0" smtClean="0"/>
          </a:p>
          <a:p>
            <a:r>
              <a:rPr lang="ja-JP" altLang="en-US" dirty="0" smtClean="0"/>
              <a:t>真空部分が白になっている理由は何か</a:t>
            </a:r>
            <a:endParaRPr lang="en-US" altLang="ja-JP" dirty="0" smtClean="0"/>
          </a:p>
          <a:p>
            <a:pPr lvl="1"/>
            <a:r>
              <a:rPr lang="ja-JP" altLang="en-US" dirty="0" smtClean="0"/>
              <a:t>逆に、物質があるところだけ色がつくのはなぜか</a:t>
            </a:r>
            <a:endParaRPr lang="x-none" altLang="ja-JP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 lvl="0">
              <a:buNone/>
            </a:pPr>
            <a:r>
              <a:rPr lang="ja-JP" altLang="en-US" dirty="0" smtClean="0"/>
              <a:t>線量分布の例</a:t>
            </a:r>
            <a:endParaRPr lang="x-none" dirty="0"/>
          </a:p>
        </p:txBody>
      </p:sp>
      <p:sp>
        <p:nvSpPr>
          <p:cNvPr id="3" name="テキスト プレースホルダー 2"/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45000"/>
              <a:buFont typeface="StarSymbol"/>
              <a:buChar char="●"/>
              <a:defRPr lang="x-none" sz="28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75000"/>
              <a:buFont typeface="StarSymbol"/>
              <a:buChar char="–"/>
              <a:defRPr lang="x-none" sz="24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75000"/>
              <a:buFont typeface="StarSymbol"/>
              <a:buChar char="–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5pPr>
            <a:lvl6pPr marL="2591999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6pPr>
            <a:lvl7pPr marL="3023999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9pPr>
          </a:lstStyle>
          <a:p>
            <a:endParaRPr lang="x-none" altLang="ja-JP"/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67320" y="1800000"/>
            <a:ext cx="10079639" cy="53715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>
              <a:buNone/>
            </a:pPr>
            <a:r>
              <a:rPr lang="ja-JP" altLang="en-US" dirty="0" smtClean="0"/>
              <a:t>ステップ</a:t>
            </a:r>
            <a:r>
              <a:rPr lang="en-US" altLang="ja-JP" dirty="0" smtClean="0"/>
              <a:t> 3</a:t>
            </a:r>
            <a:endParaRPr lang="x-none" altLang="ja-JP" dirty="0"/>
          </a:p>
        </p:txBody>
      </p:sp>
      <p:sp>
        <p:nvSpPr>
          <p:cNvPr id="3" name="テキスト プレースホルダー 2"/>
          <p:cNvSpPr txBox="1">
            <a:spLocks noGrp="1"/>
          </p:cNvSpPr>
          <p:nvPr>
            <p:ph type="body" idx="4294967295"/>
          </p:nvPr>
        </p:nvSpPr>
        <p:spPr>
          <a:xfrm>
            <a:off x="215776" y="1331565"/>
            <a:ext cx="9864849" cy="6228110"/>
          </a:xfrm>
        </p:spPr>
        <p:txBody>
          <a:bodyPr/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45000"/>
              <a:buFont typeface="StarSymbol"/>
              <a:buChar char="●"/>
              <a:defRPr lang="x-none" sz="28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75000"/>
              <a:buFont typeface="StarSymbol"/>
              <a:buChar char="–"/>
              <a:defRPr lang="x-none" sz="24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75000"/>
              <a:buFont typeface="StarSymbol"/>
              <a:buChar char="–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5pPr>
            <a:lvl6pPr marL="2591999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6pPr>
            <a:lvl7pPr marL="3023999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9pPr>
          </a:lstStyle>
          <a:p>
            <a:r>
              <a:rPr lang="en-US" altLang="ja-JP" dirty="0" smtClean="0"/>
              <a:t>g-show </a:t>
            </a:r>
            <a:r>
              <a:rPr lang="ja-JP" altLang="en-US" dirty="0" smtClean="0"/>
              <a:t>モードに切り替える</a:t>
            </a:r>
            <a:endParaRPr lang="en-US" altLang="ja-JP" dirty="0" smtClean="0"/>
          </a:p>
          <a:p>
            <a:pPr lvl="1"/>
            <a:r>
              <a:rPr lang="en-US" altLang="ja-JP" dirty="0" err="1" smtClean="0"/>
              <a:t>icntl</a:t>
            </a:r>
            <a:r>
              <a:rPr lang="en-US" altLang="ja-JP" dirty="0" smtClean="0"/>
              <a:t> = 8</a:t>
            </a:r>
            <a:r>
              <a:rPr lang="ja-JP" altLang="en-US" dirty="0" smtClean="0"/>
              <a:t>　が </a:t>
            </a:r>
            <a:r>
              <a:rPr lang="en-US" altLang="ja-JP" dirty="0" smtClean="0"/>
              <a:t>g-show </a:t>
            </a:r>
            <a:r>
              <a:rPr lang="ja-JP" altLang="en-US" dirty="0" smtClean="0"/>
              <a:t>モード</a:t>
            </a:r>
            <a:endParaRPr lang="en-US" altLang="ja-JP" dirty="0" smtClean="0"/>
          </a:p>
          <a:p>
            <a:pPr lvl="1"/>
            <a:r>
              <a:rPr lang="en-US" altLang="ja-JP" dirty="0" err="1" smtClean="0"/>
              <a:t>track.eps</a:t>
            </a:r>
            <a:r>
              <a:rPr lang="ja-JP" altLang="en-US" dirty="0" smtClean="0"/>
              <a:t>　をチェック</a:t>
            </a:r>
            <a:endParaRPr lang="en-US" altLang="ja-JP" dirty="0" smtClean="0"/>
          </a:p>
          <a:p>
            <a:r>
              <a:rPr lang="en-US" altLang="ja-JP" dirty="0" smtClean="0"/>
              <a:t>g-show </a:t>
            </a:r>
            <a:r>
              <a:rPr lang="ja-JP" altLang="en-US" dirty="0" smtClean="0"/>
              <a:t>の幅を広げる</a:t>
            </a:r>
            <a:endParaRPr lang="en-US" altLang="ja-JP" dirty="0" smtClean="0"/>
          </a:p>
          <a:p>
            <a:pPr lvl="1"/>
            <a:r>
              <a:rPr lang="en-US" altLang="ja-JP" dirty="0" smtClean="0"/>
              <a:t>8 </a:t>
            </a:r>
            <a:r>
              <a:rPr lang="ja-JP" altLang="en-US" dirty="0" smtClean="0"/>
              <a:t>倍</a:t>
            </a:r>
            <a:endParaRPr lang="en-US" altLang="ja-JP" dirty="0" smtClean="0"/>
          </a:p>
          <a:p>
            <a:r>
              <a:rPr lang="ja-JP" altLang="en-US" dirty="0" smtClean="0"/>
              <a:t>遮蔽を置く</a:t>
            </a:r>
            <a:endParaRPr lang="en-US" altLang="ja-JP" dirty="0"/>
          </a:p>
          <a:p>
            <a:pPr lvl="1"/>
            <a:r>
              <a:rPr lang="ja-JP" altLang="en-US" dirty="0" smtClean="0"/>
              <a:t>厚み：</a:t>
            </a:r>
            <a:r>
              <a:rPr lang="en-US" altLang="ja-JP" dirty="0" smtClean="0"/>
              <a:t>10cm</a:t>
            </a:r>
            <a:endParaRPr lang="en-US" altLang="ja-JP" dirty="0"/>
          </a:p>
          <a:p>
            <a:pPr lvl="1"/>
            <a:r>
              <a:rPr lang="ja-JP" altLang="en-US" dirty="0" smtClean="0"/>
              <a:t>コンクリート</a:t>
            </a:r>
            <a:r>
              <a:rPr lang="en-US" altLang="ja-JP" dirty="0" smtClean="0"/>
              <a:t>(</a:t>
            </a:r>
            <a:r>
              <a:rPr lang="ja-JP" altLang="en-US" dirty="0" smtClean="0"/>
              <a:t>組成は以下から</a:t>
            </a:r>
            <a:r>
              <a:rPr lang="en-US" altLang="ja-JP" dirty="0" smtClean="0"/>
              <a:t>	 C</a:t>
            </a:r>
            <a:r>
              <a:rPr lang="en-US" altLang="ja-JP" dirty="0"/>
              <a:t>:\phits\data\ </a:t>
            </a:r>
            <a:r>
              <a:rPr lang="en-US" altLang="ja-JP" dirty="0" err="1"/>
              <a:t>material.inp</a:t>
            </a:r>
            <a:r>
              <a:rPr lang="en-US" altLang="ja-JP" dirty="0"/>
              <a:t>)</a:t>
            </a:r>
          </a:p>
          <a:p>
            <a:pPr lvl="1"/>
            <a:r>
              <a:rPr lang="ja-JP" altLang="en-US" dirty="0" smtClean="0"/>
              <a:t>遮蔽内側</a:t>
            </a:r>
            <a:r>
              <a:rPr lang="en-US" altLang="ja-JP" dirty="0" smtClean="0"/>
              <a:t>(</a:t>
            </a:r>
            <a:r>
              <a:rPr lang="ja-JP" altLang="en-US" dirty="0" smtClean="0"/>
              <a:t>部屋</a:t>
            </a:r>
            <a:r>
              <a:rPr lang="en-US" altLang="ja-JP" dirty="0" smtClean="0"/>
              <a:t>)</a:t>
            </a:r>
            <a:r>
              <a:rPr lang="ja-JP" altLang="en-US" dirty="0" smtClean="0"/>
              <a:t>のサイズ</a:t>
            </a:r>
            <a:endParaRPr lang="en-US" altLang="ja-JP" dirty="0" smtClean="0"/>
          </a:p>
          <a:p>
            <a:pPr lvl="2"/>
            <a:r>
              <a:rPr lang="en-US" altLang="ja-JP" dirty="0" smtClean="0"/>
              <a:t>X: -20 ~ +20, Y</a:t>
            </a:r>
            <a:r>
              <a:rPr lang="en-US" altLang="ja-JP" dirty="0"/>
              <a:t>: -</a:t>
            </a:r>
            <a:r>
              <a:rPr lang="en-US" altLang="ja-JP" dirty="0" smtClean="0"/>
              <a:t>20 </a:t>
            </a:r>
            <a:r>
              <a:rPr lang="en-US" altLang="ja-JP" dirty="0"/>
              <a:t>~ +</a:t>
            </a:r>
            <a:r>
              <a:rPr lang="en-US" altLang="ja-JP" dirty="0" smtClean="0"/>
              <a:t>20, Z</a:t>
            </a:r>
            <a:r>
              <a:rPr lang="en-US" altLang="ja-JP" dirty="0"/>
              <a:t>: -</a:t>
            </a:r>
            <a:r>
              <a:rPr lang="en-US" altLang="ja-JP" dirty="0" smtClean="0"/>
              <a:t>20 </a:t>
            </a:r>
            <a:r>
              <a:rPr lang="en-US" altLang="ja-JP" dirty="0"/>
              <a:t>~ </a:t>
            </a:r>
            <a:r>
              <a:rPr lang="en-US" altLang="ja-JP" dirty="0" smtClean="0"/>
              <a:t>+60</a:t>
            </a:r>
            <a:endParaRPr lang="x-none" altLang="ja-JP" dirty="0"/>
          </a:p>
          <a:p>
            <a:endParaRPr lang="x-none" altLang="ja-JP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8006" y="0"/>
            <a:ext cx="3168352" cy="2507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8006" y="2526026"/>
            <a:ext cx="3168352" cy="2507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8006" y="5052051"/>
            <a:ext cx="3168352" cy="2507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76156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>
              <a:buNone/>
            </a:pPr>
            <a:r>
              <a:rPr lang="ja-JP" altLang="en-US" dirty="0" smtClean="0"/>
              <a:t>ステップ</a:t>
            </a:r>
            <a:r>
              <a:rPr lang="en-US" altLang="ja-JP" dirty="0" smtClean="0"/>
              <a:t> 4</a:t>
            </a:r>
            <a:endParaRPr lang="x-none" altLang="ja-JP" dirty="0"/>
          </a:p>
        </p:txBody>
      </p:sp>
      <p:sp>
        <p:nvSpPr>
          <p:cNvPr id="3" name="テキスト プレースホルダー 2"/>
          <p:cNvSpPr txBox="1">
            <a:spLocks noGrp="1"/>
          </p:cNvSpPr>
          <p:nvPr>
            <p:ph type="body" idx="4294967295"/>
          </p:nvPr>
        </p:nvSpPr>
        <p:spPr>
          <a:xfrm>
            <a:off x="503998" y="1769039"/>
            <a:ext cx="9432857" cy="5790636"/>
          </a:xfrm>
        </p:spPr>
        <p:txBody>
          <a:bodyPr/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45000"/>
              <a:buFont typeface="StarSymbol"/>
              <a:buChar char="●"/>
              <a:defRPr lang="x-none" sz="28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75000"/>
              <a:buFont typeface="StarSymbol"/>
              <a:buChar char="–"/>
              <a:defRPr lang="x-none" sz="24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75000"/>
              <a:buFont typeface="StarSymbol"/>
              <a:buChar char="–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5pPr>
            <a:lvl6pPr marL="2591999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6pPr>
            <a:lvl7pPr marL="3023999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9pPr>
          </a:lstStyle>
          <a:p>
            <a:r>
              <a:rPr lang="ja-JP" altLang="en-US" dirty="0" smtClean="0"/>
              <a:t>線量を計算する</a:t>
            </a:r>
            <a:endParaRPr lang="en-US" altLang="ja-JP" dirty="0" smtClean="0"/>
          </a:p>
          <a:p>
            <a:pPr lvl="1"/>
            <a:r>
              <a:rPr lang="en-US" altLang="ja-JP" dirty="0" err="1" smtClean="0"/>
              <a:t>maxcas</a:t>
            </a:r>
            <a:r>
              <a:rPr lang="en-US" altLang="ja-JP" dirty="0" smtClean="0"/>
              <a:t> = 300  (</a:t>
            </a:r>
            <a:r>
              <a:rPr lang="ja-JP" altLang="en-US" dirty="0" smtClean="0"/>
              <a:t>計算時間節約のため</a:t>
            </a:r>
            <a:r>
              <a:rPr lang="en-US" altLang="ja-JP" dirty="0" smtClean="0"/>
              <a:t>)</a:t>
            </a:r>
          </a:p>
          <a:p>
            <a:pPr lvl="1"/>
            <a:r>
              <a:rPr lang="ja-JP" altLang="en-US" dirty="0" smtClean="0"/>
              <a:t>コンクリート遮蔽中での線量を計算</a:t>
            </a:r>
            <a:endParaRPr lang="en-US" altLang="ja-JP" dirty="0" smtClean="0"/>
          </a:p>
          <a:p>
            <a:pPr lvl="1"/>
            <a:r>
              <a:rPr lang="en-US" altLang="ja-JP" dirty="0" smtClean="0"/>
              <a:t>[T-Track] + </a:t>
            </a:r>
            <a:r>
              <a:rPr lang="ja-JP" altLang="en-US" dirty="0" smtClean="0"/>
              <a:t>実効線量の換算計数</a:t>
            </a:r>
            <a:endParaRPr lang="en-US" altLang="ja-JP" dirty="0" smtClean="0"/>
          </a:p>
          <a:p>
            <a:pPr lvl="2"/>
            <a:r>
              <a:rPr lang="ja-JP" altLang="en-US" dirty="0" smtClean="0"/>
              <a:t>ターゲットの奥側のコンクリートに</a:t>
            </a:r>
            <a:r>
              <a:rPr lang="en-US" altLang="ja-JP" dirty="0" smtClean="0"/>
              <a:t> [T-track] </a:t>
            </a:r>
            <a:r>
              <a:rPr lang="ja-JP" altLang="en-US" dirty="0" smtClean="0"/>
              <a:t>を設定</a:t>
            </a:r>
            <a:endParaRPr lang="en-US" altLang="ja-JP" dirty="0" smtClean="0"/>
          </a:p>
          <a:p>
            <a:pPr lvl="2"/>
            <a:r>
              <a:rPr lang="ja-JP" altLang="en-US" dirty="0" smtClean="0"/>
              <a:t>実効線量の</a:t>
            </a:r>
            <a:r>
              <a:rPr lang="en-US" altLang="ja-JP" dirty="0" smtClean="0"/>
              <a:t>[multiplier]</a:t>
            </a:r>
            <a:r>
              <a:rPr lang="ja-JP" altLang="en-US" dirty="0" smtClean="0"/>
              <a:t>を</a:t>
            </a:r>
            <a:r>
              <a:rPr lang="ja-JP" altLang="en-US" dirty="0"/>
              <a:t>適用</a:t>
            </a:r>
            <a:r>
              <a:rPr lang="ja-JP" altLang="en-US" dirty="0" smtClean="0"/>
              <a:t>する（</a:t>
            </a:r>
            <a:r>
              <a:rPr lang="en-US" altLang="ja-JP" dirty="0" smtClean="0"/>
              <a:t>multiplier ID=-202</a:t>
            </a:r>
            <a:r>
              <a:rPr lang="en-US" altLang="ja-JP" dirty="0" smtClean="0"/>
              <a:t>[</a:t>
            </a:r>
            <a:r>
              <a:rPr lang="ja-JP" altLang="en-US" dirty="0" smtClean="0"/>
              <a:t>前方照射</a:t>
            </a:r>
            <a:r>
              <a:rPr lang="en-US" altLang="ja-JP" dirty="0" smtClean="0"/>
              <a:t>]</a:t>
            </a:r>
            <a:r>
              <a:rPr lang="ja-JP" altLang="en-US" dirty="0" smtClean="0"/>
              <a:t>を使う）</a:t>
            </a:r>
            <a:endParaRPr lang="en-US" altLang="ja-JP" dirty="0" smtClean="0"/>
          </a:p>
          <a:p>
            <a:pPr lvl="2"/>
            <a:r>
              <a:rPr lang="ja-JP" altLang="en-US" dirty="0" smtClean="0"/>
              <a:t>ヒントは</a:t>
            </a:r>
            <a:r>
              <a:rPr lang="en-US" altLang="ja-JP" dirty="0" smtClean="0"/>
              <a:t> \phits\recommendation\H10multiplier\H10multiplier.inp</a:t>
            </a:r>
          </a:p>
          <a:p>
            <a:pPr lvl="2"/>
            <a:r>
              <a:rPr lang="ja-JP" altLang="en-US" dirty="0"/>
              <a:t>体系全体の</a:t>
            </a:r>
            <a:r>
              <a:rPr lang="ja-JP" altLang="en-US" dirty="0" smtClean="0"/>
              <a:t>線量・線量深度分布を計算する</a:t>
            </a:r>
            <a:endParaRPr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1606435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46" t="12764" r="4492" b="5303"/>
          <a:stretch/>
        </p:blipFill>
        <p:spPr bwMode="auto">
          <a:xfrm>
            <a:off x="294198" y="683811"/>
            <a:ext cx="6170212" cy="43891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1" t="2625" r="2185" b="2084"/>
          <a:stretch/>
        </p:blipFill>
        <p:spPr bwMode="auto">
          <a:xfrm>
            <a:off x="4797997" y="3707829"/>
            <a:ext cx="5318098" cy="3747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41475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>
              <a:buNone/>
            </a:pPr>
            <a:r>
              <a:rPr lang="ja-JP" altLang="en-US" dirty="0" smtClean="0"/>
              <a:t>ステップ</a:t>
            </a:r>
            <a:r>
              <a:rPr lang="en-US" altLang="ja-JP" dirty="0" smtClean="0"/>
              <a:t> 5</a:t>
            </a:r>
            <a:endParaRPr lang="x-none" altLang="ja-JP" dirty="0"/>
          </a:p>
        </p:txBody>
      </p:sp>
      <p:sp>
        <p:nvSpPr>
          <p:cNvPr id="3" name="テキスト プレースホルダー 2"/>
          <p:cNvSpPr txBox="1">
            <a:spLocks noGrp="1"/>
          </p:cNvSpPr>
          <p:nvPr>
            <p:ph type="body" idx="4294967295"/>
          </p:nvPr>
        </p:nvSpPr>
        <p:spPr>
          <a:xfrm>
            <a:off x="503998" y="1769039"/>
            <a:ext cx="9432857" cy="5790636"/>
          </a:xfrm>
        </p:spPr>
        <p:txBody>
          <a:bodyPr/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45000"/>
              <a:buFont typeface="StarSymbol"/>
              <a:buChar char="●"/>
              <a:defRPr lang="x-none" sz="28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75000"/>
              <a:buFont typeface="StarSymbol"/>
              <a:buChar char="–"/>
              <a:defRPr lang="x-none" sz="24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75000"/>
              <a:buFont typeface="StarSymbol"/>
              <a:buChar char="–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5pPr>
            <a:lvl6pPr marL="2591999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6pPr>
            <a:lvl7pPr marL="3023999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9pPr>
          </a:lstStyle>
          <a:p>
            <a:r>
              <a:rPr lang="en-US" altLang="ja-JP" dirty="0" smtClean="0"/>
              <a:t>100cm</a:t>
            </a:r>
            <a:r>
              <a:rPr lang="ja-JP" altLang="en-US" dirty="0" smtClean="0"/>
              <a:t>のコンクリートの向こう側での線量を計算する</a:t>
            </a:r>
            <a:r>
              <a:rPr lang="en-US" altLang="ja-JP" dirty="0" smtClean="0"/>
              <a:t> </a:t>
            </a:r>
          </a:p>
          <a:p>
            <a:pPr lvl="1"/>
            <a:r>
              <a:rPr lang="ja-JP" altLang="en-US" dirty="0" smtClean="0"/>
              <a:t>コンクリートの厚みを増やす</a:t>
            </a:r>
            <a:endParaRPr lang="en-US" altLang="ja-JP" dirty="0" smtClean="0"/>
          </a:p>
          <a:p>
            <a:pPr lvl="2"/>
            <a:r>
              <a:rPr lang="ja-JP" altLang="en-US" dirty="0" smtClean="0"/>
              <a:t>外部ボイド </a:t>
            </a:r>
            <a:r>
              <a:rPr lang="en-US" altLang="ja-JP" dirty="0" smtClean="0"/>
              <a:t>“</a:t>
            </a:r>
            <a:r>
              <a:rPr lang="en-US" altLang="ja-JP" dirty="0"/>
              <a:t>999          so   100.0</a:t>
            </a:r>
            <a:r>
              <a:rPr lang="en-US" altLang="ja-JP" dirty="0" smtClean="0"/>
              <a:t>” </a:t>
            </a:r>
            <a:r>
              <a:rPr lang="ja-JP" altLang="en-US" dirty="0" smtClean="0"/>
              <a:t>のサイズに注意</a:t>
            </a:r>
            <a:endParaRPr lang="en-US" altLang="ja-JP" dirty="0" smtClean="0"/>
          </a:p>
          <a:p>
            <a:pPr lvl="1"/>
            <a:r>
              <a:rPr lang="en-US" altLang="ja-JP" dirty="0" smtClean="0"/>
              <a:t>[importance] </a:t>
            </a:r>
            <a:r>
              <a:rPr lang="ja-JP" altLang="en-US" dirty="0" smtClean="0"/>
              <a:t>か</a:t>
            </a:r>
            <a:r>
              <a:rPr lang="en-US" altLang="ja-JP" dirty="0" smtClean="0"/>
              <a:t> </a:t>
            </a:r>
            <a:r>
              <a:rPr lang="en-US" altLang="ja-JP" smtClean="0"/>
              <a:t>[weight window</a:t>
            </a:r>
            <a:r>
              <a:rPr lang="en-US" altLang="ja-JP" dirty="0" smtClean="0"/>
              <a:t>]</a:t>
            </a:r>
            <a:r>
              <a:rPr lang="ja-JP" altLang="en-US" dirty="0" smtClean="0"/>
              <a:t>を導入する</a:t>
            </a:r>
            <a:endParaRPr lang="en-US" altLang="ja-JP" dirty="0" smtClean="0"/>
          </a:p>
          <a:p>
            <a:pPr lvl="1"/>
            <a:endParaRPr lang="en-US" altLang="ja-JP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9" t="1426" r="2151" b="1772"/>
          <a:stretch/>
        </p:blipFill>
        <p:spPr bwMode="auto">
          <a:xfrm>
            <a:off x="326317" y="4153915"/>
            <a:ext cx="4457648" cy="31729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4" t="2046" r="2759" b="1801"/>
          <a:stretch/>
        </p:blipFill>
        <p:spPr bwMode="auto">
          <a:xfrm>
            <a:off x="5241555" y="4153915"/>
            <a:ext cx="4444017" cy="31729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70635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>
            <a:defPPr lvl="0">
              <a:buSzPct val="45000"/>
              <a:buFont typeface="StarSymbol"/>
              <a:buNone/>
            </a:defPPr>
            <a:lvl1pPr lvl="0">
              <a:buSzPct val="45000"/>
              <a:buFont typeface="StarSymbol"/>
              <a:buChar char="●"/>
            </a:lvl1pPr>
            <a:lvl2pPr lvl="1">
              <a:buSzPct val="45000"/>
              <a:buFont typeface="StarSymbol"/>
              <a:buChar char="●"/>
            </a:lvl2pPr>
            <a:lvl3pPr lvl="2">
              <a:buSzPct val="45000"/>
              <a:buFont typeface="StarSymbol"/>
              <a:buChar char="●"/>
            </a:lvl3pPr>
            <a:lvl4pPr lvl="3">
              <a:buSzPct val="45000"/>
              <a:buFont typeface="StarSymbol"/>
              <a:buChar char="●"/>
            </a:lvl4pPr>
            <a:lvl5pPr lvl="4">
              <a:buSzPct val="45000"/>
              <a:buFont typeface="StarSymbol"/>
              <a:buChar char="●"/>
            </a:lvl5pPr>
            <a:lvl6pPr lvl="5">
              <a:buSzPct val="45000"/>
              <a:buFont typeface="StarSymbol"/>
              <a:buChar char="●"/>
            </a:lvl6pPr>
            <a:lvl7pPr lvl="6">
              <a:buSzPct val="45000"/>
              <a:buFont typeface="StarSymbol"/>
              <a:buChar char="●"/>
            </a:lvl7pPr>
            <a:lvl8pPr lvl="7">
              <a:buSzPct val="45000"/>
              <a:buFont typeface="StarSymbol"/>
              <a:buChar char="●"/>
            </a:lvl8pPr>
            <a:lvl9pPr lvl="8">
              <a:buSzPct val="45000"/>
              <a:buFont typeface="StarSymbol"/>
              <a:buChar char="●"/>
            </a:lvl9pPr>
          </a:lstStyle>
          <a:p>
            <a:pPr>
              <a:buNone/>
            </a:pPr>
            <a:r>
              <a:rPr lang="ja-JP" altLang="en-US" dirty="0" smtClean="0"/>
              <a:t>ステップ</a:t>
            </a:r>
            <a:r>
              <a:rPr lang="en-US" altLang="ja-JP" dirty="0" smtClean="0"/>
              <a:t> 6</a:t>
            </a:r>
            <a:endParaRPr lang="x-none" altLang="ja-JP" dirty="0"/>
          </a:p>
        </p:txBody>
      </p:sp>
      <p:sp>
        <p:nvSpPr>
          <p:cNvPr id="3" name="テキスト プレースホルダー 2"/>
          <p:cNvSpPr txBox="1">
            <a:spLocks noGrp="1"/>
          </p:cNvSpPr>
          <p:nvPr>
            <p:ph type="body" idx="4294967295"/>
          </p:nvPr>
        </p:nvSpPr>
        <p:spPr>
          <a:xfrm>
            <a:off x="503998" y="1769039"/>
            <a:ext cx="9432857" cy="5790636"/>
          </a:xfrm>
        </p:spPr>
        <p:txBody>
          <a:bodyPr/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x-none" sz="32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45000"/>
              <a:buFont typeface="StarSymbol"/>
              <a:buChar char="●"/>
              <a:defRPr lang="x-none" sz="28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75000"/>
              <a:buFont typeface="StarSymbol"/>
              <a:buChar char="–"/>
              <a:defRPr lang="x-none" sz="24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75000"/>
              <a:buFont typeface="StarSymbol"/>
              <a:buChar char="–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5pPr>
            <a:lvl6pPr marL="2591999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6pPr>
            <a:lvl7pPr marL="3023999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x-none" sz="2000" b="0" i="0" u="none" strike="noStrike" kern="1200">
                <a:ln>
                  <a:noFill/>
                </a:ln>
                <a:latin typeface="Arial" pitchFamily="18"/>
                <a:ea typeface="Andale Sans UI" pitchFamily="2"/>
                <a:cs typeface="Tahoma" pitchFamily="2"/>
              </a:defRPr>
            </a:lvl9pPr>
          </a:lstStyle>
          <a:p>
            <a:r>
              <a:rPr lang="ja-JP" altLang="en-US" dirty="0" smtClean="0"/>
              <a:t>中性子線量を計算する</a:t>
            </a:r>
            <a:endParaRPr lang="en-US" altLang="ja-JP" dirty="0" smtClean="0"/>
          </a:p>
          <a:p>
            <a:pPr lvl="1"/>
            <a:r>
              <a:rPr lang="ja-JP" altLang="en-US" dirty="0" smtClean="0"/>
              <a:t>光核反応をオンにする</a:t>
            </a:r>
            <a:endParaRPr lang="en-US" altLang="ja-JP" dirty="0" smtClean="0"/>
          </a:p>
          <a:p>
            <a:pPr lvl="1"/>
            <a:r>
              <a:rPr lang="ja-JP" altLang="en-US" dirty="0" smtClean="0"/>
              <a:t>光核反応にバイアスをかける</a:t>
            </a:r>
            <a:endParaRPr lang="en-US" altLang="ja-JP" dirty="0" smtClean="0"/>
          </a:p>
          <a:p>
            <a:pPr lvl="2"/>
            <a:r>
              <a:rPr lang="en-US" altLang="ja-JP" dirty="0" err="1" smtClean="0"/>
              <a:t>pnimul</a:t>
            </a:r>
            <a:r>
              <a:rPr lang="en-US" altLang="ja-JP" dirty="0" smtClean="0"/>
              <a:t>, importance, </a:t>
            </a:r>
            <a:r>
              <a:rPr lang="en-US" altLang="ja-JP" dirty="0" err="1" smtClean="0"/>
              <a:t>istdev</a:t>
            </a:r>
            <a:r>
              <a:rPr lang="en-US" altLang="ja-JP" dirty="0" smtClean="0"/>
              <a:t> = -2</a:t>
            </a:r>
            <a:r>
              <a:rPr lang="ja-JP" altLang="en-US" dirty="0" smtClean="0"/>
              <a:t>　などが有効　</a:t>
            </a:r>
            <a:endParaRPr lang="en-US" altLang="ja-JP" dirty="0" smtClean="0"/>
          </a:p>
          <a:p>
            <a:pPr lvl="1"/>
            <a:endParaRPr lang="en-US" altLang="ja-JP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6" t="1870" r="1737" b="1476"/>
          <a:stretch/>
        </p:blipFill>
        <p:spPr bwMode="auto">
          <a:xfrm>
            <a:off x="300890" y="4106151"/>
            <a:ext cx="4662418" cy="3306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0" t="2408" r="2399" b="1724"/>
          <a:stretch/>
        </p:blipFill>
        <p:spPr bwMode="auto">
          <a:xfrm>
            <a:off x="5323119" y="4106151"/>
            <a:ext cx="4608512" cy="3250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35428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標準デザイン">
  <a:themeElements>
    <a:clrScheme name="標準デザイン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標準デザイン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442</TotalTime>
  <Words>299</Words>
  <Application>Microsoft Office PowerPoint</Application>
  <PresentationFormat>ユーザー設定</PresentationFormat>
  <Paragraphs>52</Paragraphs>
  <Slides>10</Slides>
  <Notes>9</Notes>
  <HiddenSlides>0</HiddenSlides>
  <MMClips>0</MMClips>
  <ScaleCrop>false</ScaleCrop>
  <HeadingPairs>
    <vt:vector size="4" baseType="variant">
      <vt:variant>
        <vt:lpstr>テーマ</vt:lpstr>
      </vt:variant>
      <vt:variant>
        <vt:i4>2</vt:i4>
      </vt:variant>
      <vt:variant>
        <vt:lpstr>スライド タイトル</vt:lpstr>
      </vt:variant>
      <vt:variant>
        <vt:i4>10</vt:i4>
      </vt:variant>
    </vt:vector>
  </HeadingPairs>
  <TitlesOfParts>
    <vt:vector size="12" baseType="lpstr">
      <vt:lpstr>Default</vt:lpstr>
      <vt:lpstr>標準デザイン</vt:lpstr>
      <vt:lpstr>PHITS</vt:lpstr>
      <vt:lpstr>ステップ 1</vt:lpstr>
      <vt:lpstr>PowerPoint プレゼンテーション</vt:lpstr>
      <vt:lpstr>ステップ 2</vt:lpstr>
      <vt:lpstr>線量分布の例</vt:lpstr>
      <vt:lpstr>ステップ 3</vt:lpstr>
      <vt:lpstr>ステップ 4</vt:lpstr>
      <vt:lpstr>PowerPoint プレゼンテーション</vt:lpstr>
      <vt:lpstr>ステップ 5</vt:lpstr>
      <vt:lpstr>ステップ 6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 1</dc:title>
  <dc:creator>T_Ogawa</dc:creator>
  <cp:lastModifiedBy>SHashimoto</cp:lastModifiedBy>
  <cp:revision>40</cp:revision>
  <dcterms:created xsi:type="dcterms:W3CDTF">2009-04-16T11:32:32Z</dcterms:created>
  <dcterms:modified xsi:type="dcterms:W3CDTF">2018-08-01T07:55:16Z</dcterms:modified>
</cp:coreProperties>
</file>