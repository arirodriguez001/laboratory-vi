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2"/>
  </p:notesMasterIdLst>
  <p:handoutMasterIdLst>
    <p:handoutMasterId r:id="rId13"/>
  </p:handoutMasterIdLst>
  <p:sldIdLst>
    <p:sldId id="265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0080625" cy="7559675"/>
  <p:notesSz cx="7559675" cy="10691813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110" d="100"/>
          <a:sy n="110" d="100"/>
        </p:scale>
        <p:origin x="-894" y="-78"/>
      </p:cViewPr>
      <p:guideLst>
        <p:guide orient="horz" pos="2381"/>
        <p:guide pos="317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280679" cy="534239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de-DE" sz="1400" b="0" i="0" u="none" strike="noStrike" kern="1200">
              <a:ln>
                <a:noFill/>
              </a:ln>
              <a:latin typeface="Arial" pitchFamily="18"/>
              <a:ea typeface="Andale Sans UI" pitchFamily="2"/>
              <a:cs typeface="Tahoma" pitchFamily="2"/>
            </a:endParaRPr>
          </a:p>
        </p:txBody>
      </p:sp>
      <p:sp>
        <p:nvSpPr>
          <p:cNvPr id="3" name="日付プレースホルダー 2"/>
          <p:cNvSpPr txBox="1">
            <a:spLocks noGrp="1"/>
          </p:cNvSpPr>
          <p:nvPr>
            <p:ph type="dt" sz="quarter" idx="1"/>
          </p:nvPr>
        </p:nvSpPr>
        <p:spPr>
          <a:xfrm>
            <a:off x="4278960" y="0"/>
            <a:ext cx="3280679" cy="534239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compatLnSpc="0"/>
          <a:lstStyle/>
          <a:p>
            <a:pPr marL="0" marR="0" lvl="0" indent="0" algn="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de-DE" sz="1400" b="0" i="0" u="none" strike="noStrike" kern="1200">
              <a:ln>
                <a:noFill/>
              </a:ln>
              <a:latin typeface="Arial" pitchFamily="18"/>
              <a:ea typeface="Andale Sans UI" pitchFamily="2"/>
              <a:cs typeface="Tahoma" pitchFamily="2"/>
            </a:endParaRPr>
          </a:p>
        </p:txBody>
      </p:sp>
      <p:sp>
        <p:nvSpPr>
          <p:cNvPr id="4" name="フッター プレースホルダー 3"/>
          <p:cNvSpPr txBox="1">
            <a:spLocks noGrp="1"/>
          </p:cNvSpPr>
          <p:nvPr>
            <p:ph type="ftr" sz="quarter" idx="2"/>
          </p:nvPr>
        </p:nvSpPr>
        <p:spPr>
          <a:xfrm>
            <a:off x="0" y="10157399"/>
            <a:ext cx="3280679" cy="534239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="b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de-DE" sz="1400" b="0" i="0" u="none" strike="noStrike" kern="1200">
              <a:ln>
                <a:noFill/>
              </a:ln>
              <a:latin typeface="Arial" pitchFamily="18"/>
              <a:ea typeface="Andale Sans UI" pitchFamily="2"/>
              <a:cs typeface="Tahoma" pitchFamily="2"/>
            </a:endParaRPr>
          </a:p>
        </p:txBody>
      </p:sp>
      <p:sp>
        <p:nvSpPr>
          <p:cNvPr id="5" name="スライド番号プレースホルダー 4"/>
          <p:cNvSpPr txBox="1">
            <a:spLocks noGrp="1"/>
          </p:cNvSpPr>
          <p:nvPr>
            <p:ph type="sldNum" sz="quarter" idx="3"/>
          </p:nvPr>
        </p:nvSpPr>
        <p:spPr>
          <a:xfrm>
            <a:off x="4278960" y="10157399"/>
            <a:ext cx="3280679" cy="534239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="b" compatLnSpc="0"/>
          <a:lstStyle/>
          <a:p>
            <a:pPr marL="0" marR="0" lvl="0" indent="0" algn="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fld id="{7570965B-407E-4863-8852-B0C2777B0DEE}" type="slidenum">
              <a:t>‹#›</a:t>
            </a:fld>
            <a:endParaRPr lang="de-DE" sz="1400" b="0" i="0" u="none" strike="noStrike" kern="1200">
              <a:ln>
                <a:noFill/>
              </a:ln>
              <a:latin typeface="Arial" pitchFamily="18"/>
              <a:ea typeface="Andale Sans UI" pitchFamily="2"/>
              <a:cs typeface="Tahoma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136233119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 idx="2"/>
          </p:nvPr>
        </p:nvSpPr>
        <p:spPr>
          <a:xfrm>
            <a:off x="1106999" y="812520"/>
            <a:ext cx="5345279" cy="4008959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ノート プレースホルダー 2"/>
          <p:cNvSpPr txBox="1">
            <a:spLocks noGrp="1"/>
          </p:cNvSpPr>
          <p:nvPr>
            <p:ph type="body" sz="quarter" idx="3"/>
          </p:nvPr>
        </p:nvSpPr>
        <p:spPr>
          <a:xfrm>
            <a:off x="756000" y="5078519"/>
            <a:ext cx="6047639" cy="48110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endParaRPr lang="x-none" altLang="ja-JP"/>
          </a:p>
        </p:txBody>
      </p:sp>
      <p:sp>
        <p:nvSpPr>
          <p:cNvPr id="4" name="ヘッダー プレースホルダー 3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280679" cy="53423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lvl="0" rtl="0" hangingPunct="0">
              <a:buNone/>
              <a:tabLst/>
              <a:defRPr lang="x-none" sz="1400" kern="1200">
                <a:latin typeface="Times New Roman" pitchFamily="18"/>
                <a:ea typeface="Andale Sans UI" pitchFamily="2"/>
                <a:cs typeface="Tahoma" pitchFamily="2"/>
              </a:defRPr>
            </a:lvl1pPr>
          </a:lstStyle>
          <a:p>
            <a:pPr lvl="0"/>
            <a:endParaRPr lang="x-none"/>
          </a:p>
        </p:txBody>
      </p:sp>
      <p:sp>
        <p:nvSpPr>
          <p:cNvPr id="5" name="日付プレースホルダー 4"/>
          <p:cNvSpPr txBox="1">
            <a:spLocks noGrp="1"/>
          </p:cNvSpPr>
          <p:nvPr>
            <p:ph type="dt" idx="1"/>
          </p:nvPr>
        </p:nvSpPr>
        <p:spPr>
          <a:xfrm>
            <a:off x="4278960" y="0"/>
            <a:ext cx="3280679" cy="53423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lvl="0" algn="r" rtl="0" hangingPunct="0">
              <a:buNone/>
              <a:tabLst/>
              <a:defRPr lang="x-none" sz="1400" kern="1200">
                <a:latin typeface="Times New Roman" pitchFamily="18"/>
                <a:ea typeface="Andale Sans UI" pitchFamily="2"/>
                <a:cs typeface="Tahoma" pitchFamily="2"/>
              </a:defRPr>
            </a:lvl1pPr>
          </a:lstStyle>
          <a:p>
            <a:pPr lvl="0"/>
            <a:endParaRPr lang="x-none"/>
          </a:p>
        </p:txBody>
      </p:sp>
      <p:sp>
        <p:nvSpPr>
          <p:cNvPr id="6" name="フッター プレースホルダー 5"/>
          <p:cNvSpPr txBox="1">
            <a:spLocks noGrp="1"/>
          </p:cNvSpPr>
          <p:nvPr>
            <p:ph type="ftr" sz="quarter" idx="4"/>
          </p:nvPr>
        </p:nvSpPr>
        <p:spPr>
          <a:xfrm>
            <a:off x="0" y="10157399"/>
            <a:ext cx="3280679" cy="53423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/>
          <a:lstStyle>
            <a:lvl1pPr lvl="0" rtl="0" hangingPunct="0">
              <a:buNone/>
              <a:tabLst/>
              <a:defRPr lang="x-none" sz="1400" kern="1200">
                <a:latin typeface="Times New Roman" pitchFamily="18"/>
                <a:ea typeface="Andale Sans UI" pitchFamily="2"/>
                <a:cs typeface="Tahoma" pitchFamily="2"/>
              </a:defRPr>
            </a:lvl1pPr>
          </a:lstStyle>
          <a:p>
            <a:pPr lvl="0"/>
            <a:endParaRPr lang="x-none"/>
          </a:p>
        </p:txBody>
      </p:sp>
      <p:sp>
        <p:nvSpPr>
          <p:cNvPr id="7" name="スライド番号プレースホルダー 6"/>
          <p:cNvSpPr txBox="1">
            <a:spLocks noGrp="1"/>
          </p:cNvSpPr>
          <p:nvPr>
            <p:ph type="sldNum" sz="quarter" idx="5"/>
          </p:nvPr>
        </p:nvSpPr>
        <p:spPr>
          <a:xfrm>
            <a:off x="4278960" y="10157399"/>
            <a:ext cx="3280679" cy="53423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/>
          <a:lstStyle>
            <a:lvl1pPr lvl="0" algn="r" rtl="0" hangingPunct="0">
              <a:buNone/>
              <a:tabLst/>
              <a:defRPr lang="x-none" sz="1400" kern="1200">
                <a:latin typeface="Times New Roman" pitchFamily="18"/>
                <a:ea typeface="Andale Sans UI" pitchFamily="2"/>
                <a:cs typeface="Tahoma" pitchFamily="2"/>
              </a:defRPr>
            </a:lvl1pPr>
          </a:lstStyle>
          <a:p>
            <a:pPr lvl="0"/>
            <a:fld id="{73DFAE67-0C30-417C-A4A6-3F811CD554A9}" type="slidenum"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0103933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216000" marR="0" indent="-216000" rtl="0" hangingPunct="0">
      <a:tabLst/>
      <a:defRPr lang="x-none" altLang="ja-JP" sz="2000" b="0" i="0" u="none" strike="noStrike" kern="1200">
        <a:ln>
          <a:noFill/>
        </a:ln>
        <a:latin typeface="Arial" pitchFamily="18"/>
        <a:cs typeface="Tahoma" pitchFamily="2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1026">
            <a:extLst>
              <a:ext uri="{FF2B5EF4-FFF2-40B4-BE49-F238E27FC236}">
                <a16:creationId xmlns:a16="http://schemas.microsoft.com/office/drawing/2014/main" xmlns="" id="{66639A8A-D9BC-4802-A29E-89C6D4DEEFD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ln/>
        </p:spPr>
      </p:sp>
      <p:sp>
        <p:nvSpPr>
          <p:cNvPr id="22531" name="Rectangle 1027">
            <a:extLst>
              <a:ext uri="{FF2B5EF4-FFF2-40B4-BE49-F238E27FC236}">
                <a16:creationId xmlns:a16="http://schemas.microsoft.com/office/drawing/2014/main" xmlns="" id="{79C093A6-8E36-4B54-86E4-71C926D78F0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ja-JP">
                <a:ea typeface="ＭＳ Ｐゴシック" panose="020B0600070205080204" pitchFamily="34" charset="-128"/>
              </a:rPr>
              <a:t>PHITS</a:t>
            </a:r>
            <a:r>
              <a:rPr lang="ja-JP" altLang="en-US">
                <a:ea typeface="ＭＳ Ｐゴシック" panose="020B0600070205080204" pitchFamily="34" charset="-128"/>
              </a:rPr>
              <a:t>講習会　入門実習</a:t>
            </a:r>
          </a:p>
        </p:txBody>
      </p:sp>
    </p:spTree>
    <p:extLst>
      <p:ext uri="{BB962C8B-B14F-4D97-AF65-F5344CB8AC3E}">
        <p14:creationId xmlns:p14="http://schemas.microsoft.com/office/powerpoint/2010/main" val="4617445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ノート プレースホルダー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x-none" altLang="ja-JP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ノート プレースホルダー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x-none" altLang="ja-JP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ノート プレースホルダー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x-none" altLang="ja-JP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ノート プレースホルダー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x-none" altLang="ja-JP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ノート プレースホルダー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x-none" altLang="ja-JP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ノート プレースホルダー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x-none" altLang="ja-JP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ノート プレースホルダー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x-none" altLang="ja-JP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ノート プレースホルダー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x-none" altLang="ja-JP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755650" y="2347913"/>
            <a:ext cx="8569325" cy="1620837"/>
          </a:xfrm>
        </p:spPr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512888" y="4283075"/>
            <a:ext cx="7056437" cy="1931988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smtClean="0"/>
              <a:t>マスター サブタイトルの書式設定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x-none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x-none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64DCDB00-CF73-473F-92F7-455F5C7CFD88}" type="slidenum"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7322977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x-none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x-none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4C476CC-B7EB-4092-9461-84D5C71BBB9A}" type="slidenum"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457881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96925" y="4857750"/>
            <a:ext cx="8567738" cy="15017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796925" y="3203575"/>
            <a:ext cx="8567738" cy="1654175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x-none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x-none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E208BA53-0473-4E5C-B4FD-21BBABAD468B}" type="slidenum"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076371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503238" y="1768475"/>
            <a:ext cx="4459287" cy="49895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5114925" y="1768475"/>
            <a:ext cx="4460875" cy="49895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x-none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x-none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EF44E4C7-6138-4D39-B4D4-DDA355C50612}" type="slidenum"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2446199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504825" y="303213"/>
            <a:ext cx="9072563" cy="1258887"/>
          </a:xfrm>
        </p:spPr>
        <p:txBody>
          <a:bodyPr/>
          <a:lstStyle>
            <a:lvl1pPr>
              <a:defRPr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504825" y="1692275"/>
            <a:ext cx="4452938" cy="7048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504825" y="2397125"/>
            <a:ext cx="4452938" cy="43561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5121275" y="1692275"/>
            <a:ext cx="4456113" cy="7048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5121275" y="2397125"/>
            <a:ext cx="4456113" cy="43561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x-none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x-none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5D4B95CF-B050-42EE-B6CC-B7A4085375F8}" type="slidenum"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8065259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x-none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x-none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302B85A-B33E-4126-BB88-DE4F7339FCF6}" type="slidenum"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60453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x-none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x-none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D624B53-0CD7-40F4-8079-6D3A97DD6D35}" type="slidenum"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628118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504825" y="301625"/>
            <a:ext cx="3316288" cy="127952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941763" y="301625"/>
            <a:ext cx="5635625" cy="64516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504825" y="1581150"/>
            <a:ext cx="3316288" cy="51720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x-none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x-none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0CD7997E-8C40-4E9F-9D60-AF265929CEAC}" type="slidenum"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3352772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976438" y="5291138"/>
            <a:ext cx="6048375" cy="62547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1976438" y="674688"/>
            <a:ext cx="6048375" cy="45370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1976438" y="5916613"/>
            <a:ext cx="6048375" cy="88741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x-none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x-none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6D2E667A-ACB3-4D93-A38F-3A0E5B4D6615}" type="slidenum"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9151772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x-none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x-none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B67BCE27-3F10-4EA5-B68B-EB7BBB049D9E}" type="slidenum"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9274667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7308850" y="301625"/>
            <a:ext cx="2266950" cy="6456363"/>
          </a:xfrm>
        </p:spPr>
        <p:txBody>
          <a:bodyPr vert="eaVert"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503238" y="301625"/>
            <a:ext cx="6653212" cy="6456363"/>
          </a:xfrm>
        </p:spPr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x-none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x-none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C5C68FBF-AAA0-4EDE-B74D-A1977C064E85}" type="slidenum"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0530323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756047" y="2348400"/>
            <a:ext cx="8568531" cy="1620430"/>
          </a:xfrm>
        </p:spPr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512094" y="4283816"/>
            <a:ext cx="7056438" cy="1931917"/>
          </a:xfrm>
        </p:spPr>
        <p:txBody>
          <a:bodyPr/>
          <a:lstStyle>
            <a:lvl1pPr marL="0" indent="0" algn="ctr">
              <a:buNone/>
              <a:defRPr/>
            </a:lvl1pPr>
            <a:lvl2pPr marL="503972" indent="0" algn="ctr">
              <a:buNone/>
              <a:defRPr/>
            </a:lvl2pPr>
            <a:lvl3pPr marL="1007943" indent="0" algn="ctr">
              <a:buNone/>
              <a:defRPr/>
            </a:lvl3pPr>
            <a:lvl4pPr marL="1511915" indent="0" algn="ctr">
              <a:buNone/>
              <a:defRPr/>
            </a:lvl4pPr>
            <a:lvl5pPr marL="2015886" indent="0" algn="ctr">
              <a:buNone/>
              <a:defRPr/>
            </a:lvl5pPr>
            <a:lvl6pPr marL="2519858" indent="0" algn="ctr">
              <a:buNone/>
              <a:defRPr/>
            </a:lvl6pPr>
            <a:lvl7pPr marL="3023829" indent="0" algn="ctr">
              <a:buNone/>
              <a:defRPr/>
            </a:lvl7pPr>
            <a:lvl8pPr marL="3527801" indent="0" algn="ctr">
              <a:buNone/>
              <a:defRPr/>
            </a:lvl8pPr>
            <a:lvl9pPr marL="4031772" indent="0" algn="ctr">
              <a:buNone/>
              <a:defRPr/>
            </a:lvl9pPr>
          </a:lstStyle>
          <a:p>
            <a:r>
              <a:rPr lang="ja-JP" altLang="en-US"/>
              <a:t>マスタ サブタイトルの書式設定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xmlns="" id="{5EDCF1D3-70DE-4D22-B8BD-7108B11E7CA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xmlns="" id="{A204EF50-360A-466D-A6BB-2891B3EE754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xmlns="" id="{F71C6F3B-A8C0-4D46-AB3F-5E1D02D2BBF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B393A30-DF45-49DE-B6F9-A0A63115B549}" type="slidenum">
              <a:rPr lang="en-US" altLang="ja-JP">
                <a:solidFill>
                  <a:srgbClr val="000000"/>
                </a:solidFill>
              </a:rPr>
              <a:pPr/>
              <a:t>‹#›</a:t>
            </a:fld>
            <a:endParaRPr lang="en-US" altLang="ja-JP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58183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xmlns="" id="{5157F3F0-57E8-4F29-A182-89A69816DE3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xmlns="" id="{78207EEF-7DED-4AA0-803C-5B41690EF7D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xmlns="" id="{92501F25-528B-4711-B0D6-F345F8092D6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0BDB7D6-3093-4F4C-8AD7-893CD75F6F02}" type="slidenum">
              <a:rPr lang="en-US" altLang="ja-JP">
                <a:solidFill>
                  <a:srgbClr val="000000"/>
                </a:solidFill>
              </a:rPr>
              <a:pPr/>
              <a:t>‹#›</a:t>
            </a:fld>
            <a:endParaRPr lang="en-US" altLang="ja-JP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55927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96300" y="4857792"/>
            <a:ext cx="8568531" cy="1501435"/>
          </a:xfrm>
        </p:spPr>
        <p:txBody>
          <a:bodyPr anchor="t"/>
          <a:lstStyle>
            <a:lvl1pPr algn="l">
              <a:defRPr sz="4400" b="1" cap="all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796300" y="3204114"/>
            <a:ext cx="8568531" cy="1653678"/>
          </a:xfrm>
        </p:spPr>
        <p:txBody>
          <a:bodyPr anchor="b"/>
          <a:lstStyle>
            <a:lvl1pPr marL="0" indent="0">
              <a:buNone/>
              <a:defRPr sz="2200"/>
            </a:lvl1pPr>
            <a:lvl2pPr marL="503972" indent="0">
              <a:buNone/>
              <a:defRPr sz="2000"/>
            </a:lvl2pPr>
            <a:lvl3pPr marL="1007943" indent="0">
              <a:buNone/>
              <a:defRPr sz="1800"/>
            </a:lvl3pPr>
            <a:lvl4pPr marL="1511915" indent="0">
              <a:buNone/>
              <a:defRPr sz="1500"/>
            </a:lvl4pPr>
            <a:lvl5pPr marL="2015886" indent="0">
              <a:buNone/>
              <a:defRPr sz="1500"/>
            </a:lvl5pPr>
            <a:lvl6pPr marL="2519858" indent="0">
              <a:buNone/>
              <a:defRPr sz="1500"/>
            </a:lvl6pPr>
            <a:lvl7pPr marL="3023829" indent="0">
              <a:buNone/>
              <a:defRPr sz="1500"/>
            </a:lvl7pPr>
            <a:lvl8pPr marL="3527801" indent="0">
              <a:buNone/>
              <a:defRPr sz="1500"/>
            </a:lvl8pPr>
            <a:lvl9pPr marL="4031772" indent="0">
              <a:buNone/>
              <a:defRPr sz="1500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xmlns="" id="{1F1D3036-0734-4C16-9522-05D6FE28678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xmlns="" id="{50621231-6A0A-47EA-ABD6-48BC4DD6E54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xmlns="" id="{820395F5-9F9F-4E97-A37E-39E2CAAE066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7A603C9-528E-47D5-A0D3-03B105B4F93B}" type="slidenum">
              <a:rPr lang="en-US" altLang="ja-JP">
                <a:solidFill>
                  <a:srgbClr val="000000"/>
                </a:solidFill>
              </a:rPr>
              <a:pPr/>
              <a:t>‹#›</a:t>
            </a:fld>
            <a:endParaRPr lang="en-US" altLang="ja-JP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60116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756047" y="2183906"/>
            <a:ext cx="4200260" cy="4535805"/>
          </a:xfrm>
        </p:spPr>
        <p:txBody>
          <a:bodyPr/>
          <a:lstStyle>
            <a:lvl1pPr>
              <a:defRPr sz="3100"/>
            </a:lvl1pPr>
            <a:lvl2pPr>
              <a:defRPr sz="26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5124318" y="2183906"/>
            <a:ext cx="4200260" cy="4535805"/>
          </a:xfrm>
        </p:spPr>
        <p:txBody>
          <a:bodyPr/>
          <a:lstStyle>
            <a:lvl1pPr>
              <a:defRPr sz="3100"/>
            </a:lvl1pPr>
            <a:lvl2pPr>
              <a:defRPr sz="26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5B2A47C6-3AB6-468B-9B11-509C587A224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E2B787D1-24A2-4BED-A8A3-3CC1E1E8585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A7B81CEE-2735-4227-89B6-28CAFEDA286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08661E7-B044-4C98-BF2C-B275C66C6B1F}" type="slidenum">
              <a:rPr lang="en-US" altLang="ja-JP">
                <a:solidFill>
                  <a:srgbClr val="000000"/>
                </a:solidFill>
              </a:rPr>
              <a:pPr/>
              <a:t>‹#›</a:t>
            </a:fld>
            <a:endParaRPr lang="en-US" altLang="ja-JP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86918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504031" y="302737"/>
            <a:ext cx="9072563" cy="1259946"/>
          </a:xfrm>
        </p:spPr>
        <p:txBody>
          <a:bodyPr/>
          <a:lstStyle>
            <a:lvl1pPr>
              <a:defRPr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504031" y="1692178"/>
            <a:ext cx="4454027" cy="705219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503972" indent="0">
              <a:buNone/>
              <a:defRPr sz="2200" b="1"/>
            </a:lvl2pPr>
            <a:lvl3pPr marL="1007943" indent="0">
              <a:buNone/>
              <a:defRPr sz="2000" b="1"/>
            </a:lvl3pPr>
            <a:lvl4pPr marL="1511915" indent="0">
              <a:buNone/>
              <a:defRPr sz="1800" b="1"/>
            </a:lvl4pPr>
            <a:lvl5pPr marL="2015886" indent="0">
              <a:buNone/>
              <a:defRPr sz="1800" b="1"/>
            </a:lvl5pPr>
            <a:lvl6pPr marL="2519858" indent="0">
              <a:buNone/>
              <a:defRPr sz="1800" b="1"/>
            </a:lvl6pPr>
            <a:lvl7pPr marL="3023829" indent="0">
              <a:buNone/>
              <a:defRPr sz="1800" b="1"/>
            </a:lvl7pPr>
            <a:lvl8pPr marL="3527801" indent="0">
              <a:buNone/>
              <a:defRPr sz="1800" b="1"/>
            </a:lvl8pPr>
            <a:lvl9pPr marL="4031772" indent="0">
              <a:buNone/>
              <a:defRPr sz="1800" b="1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504031" y="2397397"/>
            <a:ext cx="4454027" cy="435556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5120818" y="1692178"/>
            <a:ext cx="4455776" cy="705219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503972" indent="0">
              <a:buNone/>
              <a:defRPr sz="2200" b="1"/>
            </a:lvl2pPr>
            <a:lvl3pPr marL="1007943" indent="0">
              <a:buNone/>
              <a:defRPr sz="2000" b="1"/>
            </a:lvl3pPr>
            <a:lvl4pPr marL="1511915" indent="0">
              <a:buNone/>
              <a:defRPr sz="1800" b="1"/>
            </a:lvl4pPr>
            <a:lvl5pPr marL="2015886" indent="0">
              <a:buNone/>
              <a:defRPr sz="1800" b="1"/>
            </a:lvl5pPr>
            <a:lvl6pPr marL="2519858" indent="0">
              <a:buNone/>
              <a:defRPr sz="1800" b="1"/>
            </a:lvl6pPr>
            <a:lvl7pPr marL="3023829" indent="0">
              <a:buNone/>
              <a:defRPr sz="1800" b="1"/>
            </a:lvl7pPr>
            <a:lvl8pPr marL="3527801" indent="0">
              <a:buNone/>
              <a:defRPr sz="1800" b="1"/>
            </a:lvl8pPr>
            <a:lvl9pPr marL="4031772" indent="0">
              <a:buNone/>
              <a:defRPr sz="1800" b="1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5120818" y="2397397"/>
            <a:ext cx="4455776" cy="435556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xmlns="" id="{DB8A8535-F736-4257-B8B2-9297F61B152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xmlns="" id="{52A6B183-7645-4FF5-A588-7C72F915FB6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xmlns="" id="{06824770-A588-407B-8A69-627B9B6DE6A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A26C343-C227-453A-8F21-A286E6A7AA9D}" type="slidenum">
              <a:rPr lang="en-US" altLang="ja-JP">
                <a:solidFill>
                  <a:srgbClr val="000000"/>
                </a:solidFill>
              </a:rPr>
              <a:pPr/>
              <a:t>‹#›</a:t>
            </a:fld>
            <a:endParaRPr lang="en-US" altLang="ja-JP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829404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xmlns="" id="{543FEE9F-2BB9-4674-95DA-288F77F3061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xmlns="" id="{1F4CBB9E-0E44-4517-8D79-58F85767A43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xmlns="" id="{441FF647-53A8-4CBE-ABD0-C4A9E2BD5B9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5B2EAB4-B360-470F-AA2A-3702A63ABAC9}" type="slidenum">
              <a:rPr lang="en-US" altLang="ja-JP">
                <a:solidFill>
                  <a:srgbClr val="000000"/>
                </a:solidFill>
              </a:rPr>
              <a:pPr/>
              <a:t>‹#›</a:t>
            </a:fld>
            <a:endParaRPr lang="en-US" altLang="ja-JP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052423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xmlns="" id="{F13DF915-7418-4BAF-ACA6-61CE252CA7D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xmlns="" id="{2317AED7-1283-4789-9371-D13D9BFE9F2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xmlns="" id="{44A3DBF0-6720-4489-B386-0B372BEFDFC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F1347FE-72B9-4836-B639-B861CB3F878F}" type="slidenum">
              <a:rPr lang="en-US" altLang="ja-JP">
                <a:solidFill>
                  <a:srgbClr val="000000"/>
                </a:solidFill>
              </a:rPr>
              <a:pPr/>
              <a:t>‹#›</a:t>
            </a:fld>
            <a:endParaRPr lang="en-US" altLang="ja-JP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928887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504032" y="300987"/>
            <a:ext cx="3316456" cy="1280945"/>
          </a:xfrm>
        </p:spPr>
        <p:txBody>
          <a:bodyPr anchor="b"/>
          <a:lstStyle>
            <a:lvl1pPr algn="l">
              <a:defRPr sz="2200" b="1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3941245" y="300988"/>
            <a:ext cx="5635349" cy="6451973"/>
          </a:xfrm>
        </p:spPr>
        <p:txBody>
          <a:bodyPr/>
          <a:lstStyle>
            <a:lvl1pPr>
              <a:defRPr sz="3500"/>
            </a:lvl1pPr>
            <a:lvl2pPr>
              <a:defRPr sz="3100"/>
            </a:lvl2pPr>
            <a:lvl3pPr>
              <a:defRPr sz="260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504032" y="1581933"/>
            <a:ext cx="3316456" cy="5171028"/>
          </a:xfrm>
        </p:spPr>
        <p:txBody>
          <a:bodyPr/>
          <a:lstStyle>
            <a:lvl1pPr marL="0" indent="0">
              <a:buNone/>
              <a:defRPr sz="1500"/>
            </a:lvl1pPr>
            <a:lvl2pPr marL="503972" indent="0">
              <a:buNone/>
              <a:defRPr sz="1300"/>
            </a:lvl2pPr>
            <a:lvl3pPr marL="1007943" indent="0">
              <a:buNone/>
              <a:defRPr sz="1100"/>
            </a:lvl3pPr>
            <a:lvl4pPr marL="1511915" indent="0">
              <a:buNone/>
              <a:defRPr sz="1000"/>
            </a:lvl4pPr>
            <a:lvl5pPr marL="2015886" indent="0">
              <a:buNone/>
              <a:defRPr sz="1000"/>
            </a:lvl5pPr>
            <a:lvl6pPr marL="2519858" indent="0">
              <a:buNone/>
              <a:defRPr sz="1000"/>
            </a:lvl6pPr>
            <a:lvl7pPr marL="3023829" indent="0">
              <a:buNone/>
              <a:defRPr sz="1000"/>
            </a:lvl7pPr>
            <a:lvl8pPr marL="3527801" indent="0">
              <a:buNone/>
              <a:defRPr sz="1000"/>
            </a:lvl8pPr>
            <a:lvl9pPr marL="4031772" indent="0">
              <a:buNone/>
              <a:defRPr sz="1000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259E6CC8-3070-4ADB-8193-AD40A223278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5E604D69-5C62-48F9-9725-3ACAAC8DB9D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B4217149-F548-4957-A3EE-F94907BA043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1485E50-14D4-487C-BDD3-8FAF17E7884A}" type="slidenum">
              <a:rPr lang="en-US" altLang="ja-JP">
                <a:solidFill>
                  <a:srgbClr val="000000"/>
                </a:solidFill>
              </a:rPr>
              <a:pPr/>
              <a:t>‹#›</a:t>
            </a:fld>
            <a:endParaRPr lang="en-US" altLang="ja-JP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753993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975873" y="5291772"/>
            <a:ext cx="6048375" cy="624724"/>
          </a:xfrm>
        </p:spPr>
        <p:txBody>
          <a:bodyPr anchor="b"/>
          <a:lstStyle>
            <a:lvl1pPr algn="l">
              <a:defRPr sz="2200" b="1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1975873" y="675471"/>
            <a:ext cx="6048375" cy="4535805"/>
          </a:xfrm>
        </p:spPr>
        <p:txBody>
          <a:bodyPr/>
          <a:lstStyle>
            <a:lvl1pPr marL="0" indent="0">
              <a:buNone/>
              <a:defRPr sz="3500"/>
            </a:lvl1pPr>
            <a:lvl2pPr marL="503972" indent="0">
              <a:buNone/>
              <a:defRPr sz="3100"/>
            </a:lvl2pPr>
            <a:lvl3pPr marL="1007943" indent="0">
              <a:buNone/>
              <a:defRPr sz="2600"/>
            </a:lvl3pPr>
            <a:lvl4pPr marL="1511915" indent="0">
              <a:buNone/>
              <a:defRPr sz="2200"/>
            </a:lvl4pPr>
            <a:lvl5pPr marL="2015886" indent="0">
              <a:buNone/>
              <a:defRPr sz="2200"/>
            </a:lvl5pPr>
            <a:lvl6pPr marL="2519858" indent="0">
              <a:buNone/>
              <a:defRPr sz="2200"/>
            </a:lvl6pPr>
            <a:lvl7pPr marL="3023829" indent="0">
              <a:buNone/>
              <a:defRPr sz="2200"/>
            </a:lvl7pPr>
            <a:lvl8pPr marL="3527801" indent="0">
              <a:buNone/>
              <a:defRPr sz="2200"/>
            </a:lvl8pPr>
            <a:lvl9pPr marL="4031772" indent="0">
              <a:buNone/>
              <a:defRPr sz="2200"/>
            </a:lvl9pPr>
          </a:lstStyle>
          <a:p>
            <a:pPr lvl="0"/>
            <a:endParaRPr lang="ja-JP" altLang="en-US" noProof="0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1975873" y="5916496"/>
            <a:ext cx="6048375" cy="887211"/>
          </a:xfrm>
        </p:spPr>
        <p:txBody>
          <a:bodyPr/>
          <a:lstStyle>
            <a:lvl1pPr marL="0" indent="0">
              <a:buNone/>
              <a:defRPr sz="1500"/>
            </a:lvl1pPr>
            <a:lvl2pPr marL="503972" indent="0">
              <a:buNone/>
              <a:defRPr sz="1300"/>
            </a:lvl2pPr>
            <a:lvl3pPr marL="1007943" indent="0">
              <a:buNone/>
              <a:defRPr sz="1100"/>
            </a:lvl3pPr>
            <a:lvl4pPr marL="1511915" indent="0">
              <a:buNone/>
              <a:defRPr sz="1000"/>
            </a:lvl4pPr>
            <a:lvl5pPr marL="2015886" indent="0">
              <a:buNone/>
              <a:defRPr sz="1000"/>
            </a:lvl5pPr>
            <a:lvl6pPr marL="2519858" indent="0">
              <a:buNone/>
              <a:defRPr sz="1000"/>
            </a:lvl6pPr>
            <a:lvl7pPr marL="3023829" indent="0">
              <a:buNone/>
              <a:defRPr sz="1000"/>
            </a:lvl7pPr>
            <a:lvl8pPr marL="3527801" indent="0">
              <a:buNone/>
              <a:defRPr sz="1000"/>
            </a:lvl8pPr>
            <a:lvl9pPr marL="4031772" indent="0">
              <a:buNone/>
              <a:defRPr sz="1000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8079D5EE-4800-45CF-A986-B5B4F6F300A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3B8BF3AD-C4EF-4F59-93A0-D4BDBA27A31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32BE5E64-132B-40F1-947C-D17CC22DC07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372F081-E96F-4EA5-A395-D027B75BEB47}" type="slidenum">
              <a:rPr lang="en-US" altLang="ja-JP">
                <a:solidFill>
                  <a:srgbClr val="000000"/>
                </a:solidFill>
              </a:rPr>
              <a:pPr/>
              <a:t>‹#›</a:t>
            </a:fld>
            <a:endParaRPr lang="en-US" altLang="ja-JP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753265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xmlns="" id="{3D7F976E-7578-45B4-80D7-457C6A8558E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xmlns="" id="{8A80912A-2CB8-4D1D-AF15-27D79524700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xmlns="" id="{48AE6A11-5970-4FE2-8A89-53E06B6B193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B0477D9-4319-44F3-8F4A-D3BB192E290C}" type="slidenum">
              <a:rPr lang="en-US" altLang="ja-JP">
                <a:solidFill>
                  <a:srgbClr val="000000"/>
                </a:solidFill>
              </a:rPr>
              <a:pPr/>
              <a:t>‹#›</a:t>
            </a:fld>
            <a:endParaRPr lang="en-US" altLang="ja-JP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739806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7182445" y="671971"/>
            <a:ext cx="2142133" cy="6047740"/>
          </a:xfrm>
        </p:spPr>
        <p:txBody>
          <a:bodyPr vert="eaVert"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756047" y="671971"/>
            <a:ext cx="6258388" cy="6047740"/>
          </a:xfrm>
        </p:spPr>
        <p:txBody>
          <a:bodyPr vert="eaVert"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xmlns="" id="{223A7453-AB81-405F-9FC9-BEDA996E4B9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xmlns="" id="{EF70BBDB-7C98-46C6-B539-B162F07A0C9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xmlns="" id="{668B2223-6A81-4F78-9DE3-13C0D801145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F5693E0-98D4-4A3B-8147-1222F6F139A3}" type="slidenum">
              <a:rPr lang="en-US" altLang="ja-JP">
                <a:solidFill>
                  <a:srgbClr val="000000"/>
                </a:solidFill>
              </a:rPr>
              <a:pPr/>
              <a:t>‹#›</a:t>
            </a:fld>
            <a:endParaRPr lang="en-US" altLang="ja-JP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80201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 txBox="1">
            <a:spLocks noGrp="1"/>
          </p:cNvSpPr>
          <p:nvPr>
            <p:ph type="title"/>
          </p:nvPr>
        </p:nvSpPr>
        <p:spPr>
          <a:xfrm>
            <a:off x="503999" y="301320"/>
            <a:ext cx="9071640" cy="12621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endParaRPr lang="x-none" altLang="ja-JP"/>
          </a:p>
        </p:txBody>
      </p:sp>
      <p:sp>
        <p:nvSpPr>
          <p:cNvPr id="3" name="テキスト プレースホルダー 2"/>
          <p:cNvSpPr txBox="1">
            <a:spLocks noGrp="1"/>
          </p:cNvSpPr>
          <p:nvPr>
            <p:ph type="body" idx="1"/>
          </p:nvPr>
        </p:nvSpPr>
        <p:spPr>
          <a:xfrm>
            <a:off x="503999" y="1769039"/>
            <a:ext cx="9071640" cy="49892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defPPr marL="432000" lvl="0" indent="-32400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None/>
              <a:defRPr lang="x-none" sz="32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defPPr>
            <a:lvl1pPr marL="432000" lvl="0" indent="-32400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Char char="●"/>
              <a:defRPr lang="x-none" sz="32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1pPr>
            <a:lvl2pPr marL="864000" lvl="1" indent="-324000">
              <a:spcBef>
                <a:spcPts val="0"/>
              </a:spcBef>
              <a:spcAft>
                <a:spcPts val="1134"/>
              </a:spcAft>
              <a:buSzPct val="45000"/>
              <a:buFont typeface="StarSymbol"/>
              <a:buChar char="●"/>
              <a:defRPr lang="x-none" sz="28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2pPr>
            <a:lvl3pPr marL="1295999" lvl="2" indent="-288000">
              <a:spcBef>
                <a:spcPts val="0"/>
              </a:spcBef>
              <a:spcAft>
                <a:spcPts val="850"/>
              </a:spcAft>
              <a:buSzPct val="75000"/>
              <a:buFont typeface="StarSymbol"/>
              <a:buChar char="–"/>
              <a:defRPr lang="x-none" sz="24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3pPr>
            <a:lvl4pPr marL="1728000" lvl="3" indent="-216000">
              <a:spcBef>
                <a:spcPts val="0"/>
              </a:spcBef>
              <a:spcAft>
                <a:spcPts val="567"/>
              </a:spcAft>
              <a:buSzPct val="45000"/>
              <a:buFont typeface="StarSymbol"/>
              <a:buChar char="●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4pPr>
            <a:lvl5pPr marL="2160000" lvl="4" indent="-216000">
              <a:spcBef>
                <a:spcPts val="0"/>
              </a:spcBef>
              <a:spcAft>
                <a:spcPts val="283"/>
              </a:spcAft>
              <a:buSzPct val="75000"/>
              <a:buFont typeface="StarSymbol"/>
              <a:buChar char="–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5pPr>
            <a:lvl6pPr marL="2591999" lvl="5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6pPr>
            <a:lvl7pPr marL="3023999" lvl="6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7pPr>
            <a:lvl8pPr marL="3456000" lvl="7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8pPr>
            <a:lvl9pPr marL="3887999" lvl="8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x-none" altLang="ja-JP"/>
          </a:p>
        </p:txBody>
      </p:sp>
      <p:sp>
        <p:nvSpPr>
          <p:cNvPr id="4" name="日付プレースホルダー 3"/>
          <p:cNvSpPr txBox="1">
            <a:spLocks noGrp="1"/>
          </p:cNvSpPr>
          <p:nvPr>
            <p:ph type="dt" sz="half" idx="2"/>
          </p:nvPr>
        </p:nvSpPr>
        <p:spPr>
          <a:xfrm>
            <a:off x="503999" y="6887160"/>
            <a:ext cx="2348279" cy="5212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lvl="0" rtl="0" hangingPunct="0">
              <a:buNone/>
              <a:tabLst/>
              <a:defRPr lang="x-none" sz="1400" kern="1200">
                <a:latin typeface="Times New Roman" pitchFamily="18"/>
                <a:ea typeface="Andale Sans UI" pitchFamily="2"/>
                <a:cs typeface="Tahoma" pitchFamily="2"/>
              </a:defRPr>
            </a:lvl1pPr>
          </a:lstStyle>
          <a:p>
            <a:pPr lvl="0"/>
            <a:endParaRPr lang="x-none"/>
          </a:p>
        </p:txBody>
      </p:sp>
      <p:sp>
        <p:nvSpPr>
          <p:cNvPr id="5" name="フッター プレースホルダー 4"/>
          <p:cNvSpPr txBox="1">
            <a:spLocks noGrp="1"/>
          </p:cNvSpPr>
          <p:nvPr>
            <p:ph type="ftr" sz="quarter" idx="3"/>
          </p:nvPr>
        </p:nvSpPr>
        <p:spPr>
          <a:xfrm>
            <a:off x="3447360" y="6887160"/>
            <a:ext cx="3195000" cy="5212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lvl="0" algn="ctr" rtl="0" hangingPunct="0">
              <a:buNone/>
              <a:tabLst/>
              <a:defRPr lang="x-none" sz="1400" kern="1200">
                <a:latin typeface="Times New Roman" pitchFamily="18"/>
                <a:ea typeface="Andale Sans UI" pitchFamily="2"/>
                <a:cs typeface="Tahoma" pitchFamily="2"/>
              </a:defRPr>
            </a:lvl1pPr>
          </a:lstStyle>
          <a:p>
            <a:pPr lvl="0"/>
            <a:endParaRPr lang="x-none"/>
          </a:p>
        </p:txBody>
      </p:sp>
      <p:sp>
        <p:nvSpPr>
          <p:cNvPr id="6" name="スライド番号プレースホルダー 5"/>
          <p:cNvSpPr txBox="1">
            <a:spLocks noGrp="1"/>
          </p:cNvSpPr>
          <p:nvPr>
            <p:ph type="sldNum" sz="quarter" idx="4"/>
          </p:nvPr>
        </p:nvSpPr>
        <p:spPr>
          <a:xfrm>
            <a:off x="7227360" y="6887160"/>
            <a:ext cx="2348279" cy="5212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lvl="0" algn="r" rtl="0" hangingPunct="0">
              <a:buNone/>
              <a:tabLst/>
              <a:defRPr lang="x-none" sz="1400" kern="1200">
                <a:latin typeface="Times New Roman" pitchFamily="18"/>
                <a:ea typeface="Andale Sans UI" pitchFamily="2"/>
                <a:cs typeface="Tahoma" pitchFamily="2"/>
              </a:defRPr>
            </a:lvl1pPr>
          </a:lstStyle>
          <a:p>
            <a:pPr lvl="0"/>
            <a:fld id="{BB804EA0-2F82-40C6-A309-4EE34AD19AFE}" type="slidenum">
              <a:t>‹#›</a:t>
            </a:fld>
            <a:endParaRPr lang="x-non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xStyles>
    <p:titleStyle>
      <a:lvl1pPr algn="ctr" rtl="0" hangingPunct="0">
        <a:tabLst/>
        <a:defRPr lang="x-none" altLang="ja-JP" sz="4400" b="0" i="0" u="none" strike="noStrike" kern="1200">
          <a:ln>
            <a:noFill/>
          </a:ln>
          <a:latin typeface="Arial" pitchFamily="18"/>
          <a:cs typeface="Tahoma" pitchFamily="2"/>
        </a:defRPr>
      </a:lvl1pPr>
    </p:titleStyle>
    <p:bodyStyle>
      <a:lvl1pPr rtl="0" hangingPunct="0">
        <a:spcBef>
          <a:spcPts val="0"/>
        </a:spcBef>
        <a:spcAft>
          <a:spcPts val="1417"/>
        </a:spcAft>
        <a:tabLst/>
        <a:defRPr lang="x-none" altLang="ja-JP" sz="3200" b="0" i="0" u="none" strike="noStrike" kern="1200">
          <a:ln>
            <a:noFill/>
          </a:ln>
          <a:latin typeface="Arial" pitchFamily="18"/>
          <a:cs typeface="Tahoma" pitchFamily="2"/>
        </a:defRPr>
      </a:lvl1pPr>
    </p:bodyStyle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xmlns="" id="{E50D1EA2-A234-4EF3-969E-82166B40F7D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56047" y="671971"/>
            <a:ext cx="8568531" cy="12599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0794" tIns="50397" rIns="100794" bIns="50397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タイトルの書式設定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xmlns="" id="{43B7582F-84F2-4482-8160-E14C7E9376F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56047" y="2183906"/>
            <a:ext cx="8568531" cy="45358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0794" tIns="50397" rIns="100794" bIns="5039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xmlns="" id="{AE0C6505-2730-4477-8AF0-66596B7BA587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56047" y="6887704"/>
            <a:ext cx="2100130" cy="5039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0794" tIns="50397" rIns="100794" bIns="50397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500">
                <a:latin typeface="Times New Roman" charset="0"/>
                <a:ea typeface="ＭＳ Ｐゴシック" pitchFamily="50" charset="-128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xmlns="" id="{5E969004-99A3-422C-BD93-FA676669106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444214" y="6887704"/>
            <a:ext cx="3192198" cy="5039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0794" tIns="50397" rIns="100794" bIns="50397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500">
                <a:latin typeface="Times New Roman" charset="0"/>
                <a:ea typeface="ＭＳ Ｐゴシック" pitchFamily="50" charset="-128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3078" name="Rectangle 6">
            <a:extLst>
              <a:ext uri="{FF2B5EF4-FFF2-40B4-BE49-F238E27FC236}">
                <a16:creationId xmlns:a16="http://schemas.microsoft.com/office/drawing/2014/main" xmlns="" id="{638F6166-ADA8-45E0-816E-8EB55EA860D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224448" y="6887704"/>
            <a:ext cx="2100130" cy="5039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0794" tIns="50397" rIns="100794" bIns="50397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50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5249495E-3503-4EED-B9D5-545D115C3B1B}" type="slidenum">
              <a:rPr lang="en-US" altLang="ja-JP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ja-JP">
              <a:solidFill>
                <a:srgbClr val="000000"/>
              </a:solidFill>
            </a:endParaRPr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xmlns="" id="{80641D73-F269-4D89-8F66-23E6DCE2D60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06" y="7108195"/>
            <a:ext cx="2054627" cy="3954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5">
            <a:extLst>
              <a:ext uri="{FF2B5EF4-FFF2-40B4-BE49-F238E27FC236}">
                <a16:creationId xmlns:a16="http://schemas.microsoft.com/office/drawing/2014/main" xmlns="" id="{D80F0C5E-2C69-4B26-BA6C-C581BE14260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6976951"/>
            <a:ext cx="10038622" cy="78746"/>
          </a:xfrm>
          <a:prstGeom prst="rect">
            <a:avLst/>
          </a:prstGeom>
          <a:gradFill rotWithShape="0">
            <a:gsLst>
              <a:gs pos="0">
                <a:srgbClr val="0000CC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0794" tIns="50397" rIns="100794" bIns="50397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ja-JP" altLang="en-US" sz="2600">
              <a:solidFill>
                <a:srgbClr val="000000"/>
              </a:solidFill>
            </a:endParaRPr>
          </a:p>
        </p:txBody>
      </p:sp>
      <p:sp>
        <p:nvSpPr>
          <p:cNvPr id="9" name="Text Box 8">
            <a:extLst>
              <a:ext uri="{FF2B5EF4-FFF2-40B4-BE49-F238E27FC236}">
                <a16:creationId xmlns:a16="http://schemas.microsoft.com/office/drawing/2014/main" xmlns="" id="{C5885BF0-0707-4A6B-BFF6-686DBA33735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988557" y="7055697"/>
            <a:ext cx="792800" cy="5039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0794" tIns="50397" rIns="100794" bIns="50397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FontTx/>
              <a:buNone/>
            </a:pPr>
            <a:fld id="{51C56E3A-F653-42DB-8852-B3B4C0358A76}" type="slidenum">
              <a:rPr lang="en-US" altLang="ja-JP" sz="2600">
                <a:solidFill>
                  <a:srgbClr val="000000"/>
                </a:solidFill>
                <a:latin typeface="Tahoma" panose="020B0604030504040204" pitchFamily="34" charset="0"/>
              </a:rPr>
              <a:pPr algn="ctr" fontAlgn="base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t>‹#›</a:t>
            </a:fld>
            <a:endParaRPr lang="en-US" altLang="ja-JP" sz="26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37835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900">
          <a:solidFill>
            <a:schemeClr val="tx2"/>
          </a:solidFill>
          <a:latin typeface="Times New Roman" charset="0"/>
          <a:ea typeface="ＭＳ Ｐゴシック" pitchFamily="50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900">
          <a:solidFill>
            <a:schemeClr val="tx2"/>
          </a:solidFill>
          <a:latin typeface="Times New Roman" charset="0"/>
          <a:ea typeface="ＭＳ Ｐゴシック" pitchFamily="50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900">
          <a:solidFill>
            <a:schemeClr val="tx2"/>
          </a:solidFill>
          <a:latin typeface="Times New Roman" charset="0"/>
          <a:ea typeface="ＭＳ Ｐゴシック" pitchFamily="50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900">
          <a:solidFill>
            <a:schemeClr val="tx2"/>
          </a:solidFill>
          <a:latin typeface="Times New Roman" charset="0"/>
          <a:ea typeface="ＭＳ Ｐゴシック" pitchFamily="50" charset="-128"/>
        </a:defRPr>
      </a:lvl5pPr>
      <a:lvl6pPr marL="503972" algn="ctr" rtl="0" fontAlgn="base">
        <a:spcBef>
          <a:spcPct val="0"/>
        </a:spcBef>
        <a:spcAft>
          <a:spcPct val="0"/>
        </a:spcAft>
        <a:defRPr kumimoji="1" sz="4900">
          <a:solidFill>
            <a:schemeClr val="tx2"/>
          </a:solidFill>
          <a:latin typeface="Times New Roman" charset="0"/>
          <a:ea typeface="ＭＳ Ｐゴシック" pitchFamily="50" charset="-128"/>
        </a:defRPr>
      </a:lvl6pPr>
      <a:lvl7pPr marL="1007943" algn="ctr" rtl="0" fontAlgn="base">
        <a:spcBef>
          <a:spcPct val="0"/>
        </a:spcBef>
        <a:spcAft>
          <a:spcPct val="0"/>
        </a:spcAft>
        <a:defRPr kumimoji="1" sz="4900">
          <a:solidFill>
            <a:schemeClr val="tx2"/>
          </a:solidFill>
          <a:latin typeface="Times New Roman" charset="0"/>
          <a:ea typeface="ＭＳ Ｐゴシック" pitchFamily="50" charset="-128"/>
        </a:defRPr>
      </a:lvl7pPr>
      <a:lvl8pPr marL="1511915" algn="ctr" rtl="0" fontAlgn="base">
        <a:spcBef>
          <a:spcPct val="0"/>
        </a:spcBef>
        <a:spcAft>
          <a:spcPct val="0"/>
        </a:spcAft>
        <a:defRPr kumimoji="1" sz="4900">
          <a:solidFill>
            <a:schemeClr val="tx2"/>
          </a:solidFill>
          <a:latin typeface="Times New Roman" charset="0"/>
          <a:ea typeface="ＭＳ Ｐゴシック" pitchFamily="50" charset="-128"/>
        </a:defRPr>
      </a:lvl8pPr>
      <a:lvl9pPr marL="2015886" algn="ctr" rtl="0" fontAlgn="base">
        <a:spcBef>
          <a:spcPct val="0"/>
        </a:spcBef>
        <a:spcAft>
          <a:spcPct val="0"/>
        </a:spcAft>
        <a:defRPr kumimoji="1" sz="4900">
          <a:solidFill>
            <a:schemeClr val="tx2"/>
          </a:solidFill>
          <a:latin typeface="Times New Roman" charset="0"/>
          <a:ea typeface="ＭＳ Ｐゴシック" pitchFamily="50" charset="-128"/>
        </a:defRPr>
      </a:lvl9pPr>
    </p:titleStyle>
    <p:bodyStyle>
      <a:lvl1pPr marL="377979" indent="-377979" algn="l" rtl="0" eaLnBrk="0" fontAlgn="base" hangingPunct="0">
        <a:spcBef>
          <a:spcPct val="20000"/>
        </a:spcBef>
        <a:spcAft>
          <a:spcPct val="0"/>
        </a:spcAft>
        <a:buChar char="•"/>
        <a:defRPr kumimoji="1" sz="3500">
          <a:solidFill>
            <a:schemeClr val="tx1"/>
          </a:solidFill>
          <a:latin typeface="+mn-lt"/>
          <a:ea typeface="+mn-ea"/>
          <a:cs typeface="+mn-cs"/>
        </a:defRPr>
      </a:lvl1pPr>
      <a:lvl2pPr marL="818954" indent="-314982" algn="l" rtl="0" eaLnBrk="0" fontAlgn="base" hangingPunct="0">
        <a:spcBef>
          <a:spcPct val="20000"/>
        </a:spcBef>
        <a:spcAft>
          <a:spcPct val="0"/>
        </a:spcAft>
        <a:buChar char="–"/>
        <a:defRPr kumimoji="1" sz="3100">
          <a:solidFill>
            <a:schemeClr val="tx1"/>
          </a:solidFill>
          <a:latin typeface="+mn-lt"/>
          <a:ea typeface="+mn-ea"/>
        </a:defRPr>
      </a:lvl2pPr>
      <a:lvl3pPr marL="1259929" indent="-251986" algn="l" rtl="0" eaLnBrk="0" fontAlgn="base" hangingPunct="0">
        <a:spcBef>
          <a:spcPct val="20000"/>
        </a:spcBef>
        <a:spcAft>
          <a:spcPct val="0"/>
        </a:spcAft>
        <a:buChar char="•"/>
        <a:defRPr kumimoji="1" sz="2600">
          <a:solidFill>
            <a:schemeClr val="tx1"/>
          </a:solidFill>
          <a:latin typeface="+mn-lt"/>
          <a:ea typeface="+mn-ea"/>
        </a:defRPr>
      </a:lvl3pPr>
      <a:lvl4pPr marL="1763900" indent="-251986" algn="l" rtl="0" eaLnBrk="0" fontAlgn="base" hangingPunct="0">
        <a:spcBef>
          <a:spcPct val="20000"/>
        </a:spcBef>
        <a:spcAft>
          <a:spcPct val="0"/>
        </a:spcAft>
        <a:buChar char="–"/>
        <a:defRPr kumimoji="1" sz="2200">
          <a:solidFill>
            <a:schemeClr val="tx1"/>
          </a:solidFill>
          <a:latin typeface="+mn-lt"/>
          <a:ea typeface="+mn-ea"/>
        </a:defRPr>
      </a:lvl4pPr>
      <a:lvl5pPr marL="2267872" indent="-251986" algn="l" rtl="0" eaLnBrk="0" fontAlgn="base" hangingPunct="0">
        <a:spcBef>
          <a:spcPct val="20000"/>
        </a:spcBef>
        <a:spcAft>
          <a:spcPct val="0"/>
        </a:spcAft>
        <a:buChar char="»"/>
        <a:defRPr kumimoji="1" sz="2200">
          <a:solidFill>
            <a:schemeClr val="tx1"/>
          </a:solidFill>
          <a:latin typeface="+mn-lt"/>
          <a:ea typeface="+mn-ea"/>
        </a:defRPr>
      </a:lvl5pPr>
      <a:lvl6pPr marL="2771844" indent="-251986" algn="l" rtl="0" fontAlgn="base">
        <a:spcBef>
          <a:spcPct val="20000"/>
        </a:spcBef>
        <a:spcAft>
          <a:spcPct val="0"/>
        </a:spcAft>
        <a:buChar char="»"/>
        <a:defRPr kumimoji="1" sz="2200">
          <a:solidFill>
            <a:schemeClr val="tx1"/>
          </a:solidFill>
          <a:latin typeface="+mn-lt"/>
          <a:ea typeface="+mn-ea"/>
        </a:defRPr>
      </a:lvl6pPr>
      <a:lvl7pPr marL="3275815" indent="-251986" algn="l" rtl="0" fontAlgn="base">
        <a:spcBef>
          <a:spcPct val="20000"/>
        </a:spcBef>
        <a:spcAft>
          <a:spcPct val="0"/>
        </a:spcAft>
        <a:buChar char="»"/>
        <a:defRPr kumimoji="1" sz="2200">
          <a:solidFill>
            <a:schemeClr val="tx1"/>
          </a:solidFill>
          <a:latin typeface="+mn-lt"/>
          <a:ea typeface="+mn-ea"/>
        </a:defRPr>
      </a:lvl7pPr>
      <a:lvl8pPr marL="3779787" indent="-251986" algn="l" rtl="0" fontAlgn="base">
        <a:spcBef>
          <a:spcPct val="20000"/>
        </a:spcBef>
        <a:spcAft>
          <a:spcPct val="0"/>
        </a:spcAft>
        <a:buChar char="»"/>
        <a:defRPr kumimoji="1" sz="2200">
          <a:solidFill>
            <a:schemeClr val="tx1"/>
          </a:solidFill>
          <a:latin typeface="+mn-lt"/>
          <a:ea typeface="+mn-ea"/>
        </a:defRPr>
      </a:lvl8pPr>
      <a:lvl9pPr marL="4283758" indent="-251986" algn="l" rtl="0" fontAlgn="base">
        <a:spcBef>
          <a:spcPct val="20000"/>
        </a:spcBef>
        <a:spcAft>
          <a:spcPct val="0"/>
        </a:spcAft>
        <a:buChar char="»"/>
        <a:defRPr kumimoji="1" sz="22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1007943" rtl="0" eaLnBrk="1" latinLnBrk="0" hangingPunct="1"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3972" algn="l" defTabSz="1007943" rtl="0" eaLnBrk="1" latinLnBrk="0" hangingPunct="1"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07943" algn="l" defTabSz="1007943" rtl="0" eaLnBrk="1" latinLnBrk="0" hangingPunct="1"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11915" algn="l" defTabSz="1007943" rtl="0" eaLnBrk="1" latinLnBrk="0" hangingPunct="1"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15886" algn="l" defTabSz="1007943" rtl="0" eaLnBrk="1" latinLnBrk="0" hangingPunct="1"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9858" algn="l" defTabSz="1007943" rtl="0" eaLnBrk="1" latinLnBrk="0" hangingPunct="1"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23829" algn="l" defTabSz="1007943" rtl="0" eaLnBrk="1" latinLnBrk="0" hangingPunct="1"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27801" algn="l" defTabSz="1007943" rtl="0" eaLnBrk="1" latinLnBrk="0" hangingPunct="1"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31772" algn="l" defTabSz="1007943" rtl="0" eaLnBrk="1" latinLnBrk="0" hangingPunct="1"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xmlns="" id="{68602E39-6D59-41E4-A737-1F543A3FEFE2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756047" y="1091953"/>
            <a:ext cx="8568531" cy="1903918"/>
          </a:xfrm>
        </p:spPr>
        <p:txBody>
          <a:bodyPr/>
          <a:lstStyle/>
          <a:p>
            <a:pPr eaLnBrk="1" hangingPunct="1"/>
            <a:r>
              <a:rPr lang="en-US" altLang="ja-JP" sz="12100" b="1" i="1">
                <a:solidFill>
                  <a:srgbClr val="0000CC"/>
                </a:solidFill>
              </a:rPr>
              <a:t>P</a:t>
            </a:r>
            <a:r>
              <a:rPr lang="en-US" altLang="ja-JP" sz="9900" b="1" i="1">
                <a:solidFill>
                  <a:srgbClr val="0000CC"/>
                </a:solidFill>
              </a:rPr>
              <a:t>HI</a:t>
            </a:r>
            <a:r>
              <a:rPr lang="en-US" altLang="ja-JP" sz="10800" b="1" i="1">
                <a:solidFill>
                  <a:srgbClr val="0000CC"/>
                </a:solidFill>
              </a:rPr>
              <a:t>T</a:t>
            </a:r>
            <a:r>
              <a:rPr lang="en-US" altLang="ja-JP" sz="9900" b="1" i="1">
                <a:solidFill>
                  <a:srgbClr val="0000CC"/>
                </a:solidFill>
              </a:rPr>
              <a:t>S</a:t>
            </a:r>
          </a:p>
        </p:txBody>
      </p:sp>
      <p:sp>
        <p:nvSpPr>
          <p:cNvPr id="2054" name="正方形/長方形 4">
            <a:extLst>
              <a:ext uri="{FF2B5EF4-FFF2-40B4-BE49-F238E27FC236}">
                <a16:creationId xmlns:a16="http://schemas.microsoft.com/office/drawing/2014/main" xmlns="" id="{46DF7457-4D21-4911-B722-6EC6D2A254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67" y="2750882"/>
            <a:ext cx="9529340" cy="470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0783" tIns="50392" rIns="100783" bIns="50392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ja-JP" sz="2400" b="1" i="1">
                <a:solidFill>
                  <a:srgbClr val="000000"/>
                </a:solidFill>
              </a:rPr>
              <a:t>Multi-Purpose </a:t>
            </a:r>
            <a:r>
              <a:rPr lang="en-US" altLang="ja-JP" sz="2400" b="1" i="1">
                <a:solidFill>
                  <a:srgbClr val="0000CC"/>
                </a:solidFill>
              </a:rPr>
              <a:t>P</a:t>
            </a:r>
            <a:r>
              <a:rPr lang="en-US" altLang="ja-JP" sz="2400" b="1" i="1">
                <a:solidFill>
                  <a:srgbClr val="000000"/>
                </a:solidFill>
              </a:rPr>
              <a:t>article and </a:t>
            </a:r>
            <a:r>
              <a:rPr lang="en-US" altLang="ja-JP" sz="2400" b="1" i="1">
                <a:solidFill>
                  <a:srgbClr val="0000CC"/>
                </a:solidFill>
              </a:rPr>
              <a:t>H</a:t>
            </a:r>
            <a:r>
              <a:rPr lang="en-US" altLang="ja-JP" sz="2400" b="1" i="1">
                <a:solidFill>
                  <a:srgbClr val="000000"/>
                </a:solidFill>
              </a:rPr>
              <a:t>eavy </a:t>
            </a:r>
            <a:r>
              <a:rPr lang="en-US" altLang="ja-JP" sz="2400" b="1" i="1">
                <a:solidFill>
                  <a:srgbClr val="0000CC"/>
                </a:solidFill>
              </a:rPr>
              <a:t>I</a:t>
            </a:r>
            <a:r>
              <a:rPr lang="en-US" altLang="ja-JP" sz="2400" b="1" i="1">
                <a:solidFill>
                  <a:srgbClr val="000000"/>
                </a:solidFill>
              </a:rPr>
              <a:t>on </a:t>
            </a:r>
            <a:r>
              <a:rPr lang="en-US" altLang="ja-JP" sz="2400" b="1" i="1">
                <a:solidFill>
                  <a:srgbClr val="0000CC"/>
                </a:solidFill>
              </a:rPr>
              <a:t>T</a:t>
            </a:r>
            <a:r>
              <a:rPr lang="en-US" altLang="ja-JP" sz="2400" b="1" i="1">
                <a:solidFill>
                  <a:srgbClr val="000000"/>
                </a:solidFill>
              </a:rPr>
              <a:t>ransport code </a:t>
            </a:r>
            <a:r>
              <a:rPr lang="en-US" altLang="ja-JP" sz="2400" b="1" i="1">
                <a:solidFill>
                  <a:srgbClr val="0000CC"/>
                </a:solidFill>
              </a:rPr>
              <a:t>S</a:t>
            </a:r>
            <a:r>
              <a:rPr lang="en-US" altLang="ja-JP" sz="2400" b="1" i="1">
                <a:solidFill>
                  <a:srgbClr val="000000"/>
                </a:solidFill>
              </a:rPr>
              <a:t>ystem</a:t>
            </a:r>
          </a:p>
        </p:txBody>
      </p:sp>
      <p:sp>
        <p:nvSpPr>
          <p:cNvPr id="2055" name="Text Box 7">
            <a:extLst>
              <a:ext uri="{FF2B5EF4-FFF2-40B4-BE49-F238E27FC236}">
                <a16:creationId xmlns:a16="http://schemas.microsoft.com/office/drawing/2014/main" xmlns="" id="{88203A96-F8B9-46EB-8085-1B3FC68F61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22150" y="7055697"/>
            <a:ext cx="5208323" cy="5039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0783" tIns="50392" rIns="100783" bIns="50392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en-US" altLang="ja-JP" sz="2600">
                <a:solidFill>
                  <a:srgbClr val="000000"/>
                </a:solidFill>
                <a:latin typeface="Tahoma" panose="020B0604030504040204" pitchFamily="34" charset="0"/>
              </a:rPr>
              <a:t>title</a:t>
            </a:r>
          </a:p>
        </p:txBody>
      </p:sp>
      <p:sp>
        <p:nvSpPr>
          <p:cNvPr id="10" name="Text Box 15">
            <a:extLst>
              <a:ext uri="{FF2B5EF4-FFF2-40B4-BE49-F238E27FC236}">
                <a16:creationId xmlns:a16="http://schemas.microsoft.com/office/drawing/2014/main" xmlns="" id="{BA05443C-2EF6-48D4-A674-DC3741D80A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8725" y="5771253"/>
            <a:ext cx="2821175" cy="5092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0783" tIns="50392" rIns="100783" bIns="50392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FontTx/>
              <a:buNone/>
              <a:defRPr/>
            </a:pPr>
            <a:r>
              <a:rPr lang="en-US" altLang="ja-JP" sz="2600" smtClean="0">
                <a:solidFill>
                  <a:srgbClr val="FF0000"/>
                </a:solidFill>
                <a:latin typeface="Times New Roman"/>
              </a:rPr>
              <a:t>Aug</a:t>
            </a:r>
            <a:r>
              <a:rPr lang="en-US" altLang="ja-JP" sz="2600" smtClean="0">
                <a:solidFill>
                  <a:srgbClr val="FF0000"/>
                </a:solidFill>
                <a:latin typeface="Times New Roman"/>
              </a:rPr>
              <a:t>. </a:t>
            </a:r>
            <a:r>
              <a:rPr lang="en-US" altLang="ja-JP" sz="2600" dirty="0" smtClean="0">
                <a:solidFill>
                  <a:srgbClr val="FF0000"/>
                </a:solidFill>
                <a:latin typeface="Times New Roman"/>
              </a:rPr>
              <a:t>2018 </a:t>
            </a:r>
            <a:r>
              <a:rPr lang="en-US" altLang="ja-JP" sz="2600" dirty="0">
                <a:solidFill>
                  <a:srgbClr val="FF0000"/>
                </a:solidFill>
                <a:latin typeface="Times New Roman"/>
              </a:rPr>
              <a:t>revised</a:t>
            </a:r>
          </a:p>
        </p:txBody>
      </p:sp>
      <p:sp>
        <p:nvSpPr>
          <p:cNvPr id="2" name="サブタイトル 1"/>
          <p:cNvSpPr>
            <a:spLocks noGrp="1"/>
          </p:cNvSpPr>
          <p:nvPr>
            <p:ph type="subTitle" idx="1"/>
          </p:nvPr>
        </p:nvSpPr>
        <p:spPr>
          <a:xfrm>
            <a:off x="1498092" y="3347789"/>
            <a:ext cx="7056438" cy="1931917"/>
          </a:xfrm>
        </p:spPr>
        <p:txBody>
          <a:bodyPr/>
          <a:lstStyle/>
          <a:p>
            <a:r>
              <a:rPr lang="en-US" altLang="ja-JP" dirty="0" smtClean="0">
                <a:solidFill>
                  <a:srgbClr val="010000"/>
                </a:solidFill>
                <a:latin typeface="+mj-ea"/>
              </a:rPr>
              <a:t>Guidance for hands-on exercise</a:t>
            </a:r>
          </a:p>
          <a:p>
            <a:r>
              <a:rPr lang="en-US" altLang="ja-JP" smtClean="0">
                <a:solidFill>
                  <a:srgbClr val="010000"/>
                </a:solidFill>
                <a:latin typeface="+mj-ea"/>
              </a:rPr>
              <a:t>Detector</a:t>
            </a:r>
            <a:endParaRPr lang="en-US" altLang="ja-JP" dirty="0">
              <a:solidFill>
                <a:srgbClr val="010000"/>
              </a:solidFill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623576465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>
              <a:buNone/>
            </a:pPr>
            <a:r>
              <a:rPr lang="x-none"/>
              <a:t>Step 0</a:t>
            </a:r>
          </a:p>
        </p:txBody>
      </p:sp>
      <p:sp>
        <p:nvSpPr>
          <p:cNvPr id="3" name="テキスト プレースホルダー 2"/>
          <p:cNvSpPr txBox="1">
            <a:spLocks noGrp="1"/>
          </p:cNvSpPr>
          <p:nvPr>
            <p:ph type="body" idx="4294967295"/>
          </p:nvPr>
        </p:nvSpPr>
        <p:spPr>
          <a:xfrm>
            <a:off x="503999" y="1547589"/>
            <a:ext cx="9071640" cy="4989240"/>
          </a:xfrm>
        </p:spPr>
        <p:txBody>
          <a:bodyPr/>
          <a:lstStyle>
            <a:defPPr marL="432000" lvl="0" indent="-32400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None/>
              <a:defRPr lang="x-none" sz="32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defPPr>
            <a:lvl1pPr marL="432000" lvl="0" indent="-32400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Char char="●"/>
              <a:defRPr lang="x-none" sz="32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1pPr>
            <a:lvl2pPr marL="864000" lvl="1" indent="-324000">
              <a:spcBef>
                <a:spcPts val="0"/>
              </a:spcBef>
              <a:spcAft>
                <a:spcPts val="1134"/>
              </a:spcAft>
              <a:buSzPct val="45000"/>
              <a:buFont typeface="StarSymbol"/>
              <a:buChar char="●"/>
              <a:defRPr lang="x-none" sz="28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2pPr>
            <a:lvl3pPr marL="1295999" lvl="2" indent="-288000">
              <a:spcBef>
                <a:spcPts val="0"/>
              </a:spcBef>
              <a:spcAft>
                <a:spcPts val="850"/>
              </a:spcAft>
              <a:buSzPct val="75000"/>
              <a:buFont typeface="StarSymbol"/>
              <a:buChar char="–"/>
              <a:defRPr lang="x-none" sz="24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3pPr>
            <a:lvl4pPr marL="1728000" lvl="3" indent="-216000">
              <a:spcBef>
                <a:spcPts val="0"/>
              </a:spcBef>
              <a:spcAft>
                <a:spcPts val="567"/>
              </a:spcAft>
              <a:buSzPct val="45000"/>
              <a:buFont typeface="StarSymbol"/>
              <a:buChar char="●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4pPr>
            <a:lvl5pPr marL="2160000" lvl="4" indent="-216000">
              <a:spcBef>
                <a:spcPts val="0"/>
              </a:spcBef>
              <a:spcAft>
                <a:spcPts val="283"/>
              </a:spcAft>
              <a:buSzPct val="75000"/>
              <a:buFont typeface="StarSymbol"/>
              <a:buChar char="–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5pPr>
            <a:lvl6pPr marL="2591999" lvl="5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6pPr>
            <a:lvl7pPr marL="3023999" lvl="6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7pPr>
            <a:lvl8pPr marL="3456000" lvl="7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8pPr>
            <a:lvl9pPr marL="3887999" lvl="8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9pPr>
          </a:lstStyle>
          <a:p>
            <a:pPr lvl="0"/>
            <a:r>
              <a:rPr lang="x-none" altLang="ja-JP" dirty="0"/>
              <a:t>start.inp is taken from \phits\recommendation\DetectorResponse\DetectorResponse.inp</a:t>
            </a:r>
          </a:p>
          <a:p>
            <a:pPr lvl="0"/>
            <a:r>
              <a:rPr lang="x-none" altLang="ja-JP" dirty="0"/>
              <a:t>Show the tally result</a:t>
            </a:r>
          </a:p>
        </p:txBody>
      </p:sp>
      <p:pic>
        <p:nvPicPr>
          <p:cNvPr id="4" name="図 3"/>
          <p:cNvPicPr>
            <a:picLocks noChangeAspect="1"/>
          </p:cNvPicPr>
          <p:nvPr/>
        </p:nvPicPr>
        <p:blipFill rotWithShape="1">
          <a:blip r:embed="rId3">
            <a:lum/>
            <a:alphaModFix/>
          </a:blip>
          <a:srcRect l="21302" t="20033" r="36921" b="4573"/>
          <a:stretch/>
        </p:blipFill>
        <p:spPr>
          <a:xfrm>
            <a:off x="5328344" y="2855891"/>
            <a:ext cx="4717669" cy="45372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>
              <a:buNone/>
            </a:pPr>
            <a:r>
              <a:rPr lang="x-none"/>
              <a:t>Step 1</a:t>
            </a:r>
          </a:p>
        </p:txBody>
      </p:sp>
      <p:sp>
        <p:nvSpPr>
          <p:cNvPr id="3" name="テキスト プレースホルダー 2"/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>
            <a:defPPr marL="432000" lvl="0" indent="-32400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None/>
              <a:defRPr lang="x-none" sz="32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defPPr>
            <a:lvl1pPr marL="432000" lvl="0" indent="-32400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Char char="●"/>
              <a:defRPr lang="x-none" sz="32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1pPr>
            <a:lvl2pPr marL="864000" lvl="1" indent="-324000">
              <a:spcBef>
                <a:spcPts val="0"/>
              </a:spcBef>
              <a:spcAft>
                <a:spcPts val="1134"/>
              </a:spcAft>
              <a:buSzPct val="45000"/>
              <a:buFont typeface="StarSymbol"/>
              <a:buChar char="●"/>
              <a:defRPr lang="x-none" sz="28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2pPr>
            <a:lvl3pPr marL="1295999" lvl="2" indent="-288000">
              <a:spcBef>
                <a:spcPts val="0"/>
              </a:spcBef>
              <a:spcAft>
                <a:spcPts val="850"/>
              </a:spcAft>
              <a:buSzPct val="75000"/>
              <a:buFont typeface="StarSymbol"/>
              <a:buChar char="–"/>
              <a:defRPr lang="x-none" sz="24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3pPr>
            <a:lvl4pPr marL="1728000" lvl="3" indent="-216000">
              <a:spcBef>
                <a:spcPts val="0"/>
              </a:spcBef>
              <a:spcAft>
                <a:spcPts val="567"/>
              </a:spcAft>
              <a:buSzPct val="45000"/>
              <a:buFont typeface="StarSymbol"/>
              <a:buChar char="●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4pPr>
            <a:lvl5pPr marL="2160000" lvl="4" indent="-216000">
              <a:spcBef>
                <a:spcPts val="0"/>
              </a:spcBef>
              <a:spcAft>
                <a:spcPts val="283"/>
              </a:spcAft>
              <a:buSzPct val="75000"/>
              <a:buFont typeface="StarSymbol"/>
              <a:buChar char="–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5pPr>
            <a:lvl6pPr marL="2591999" lvl="5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6pPr>
            <a:lvl7pPr marL="3023999" lvl="6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7pPr>
            <a:lvl8pPr marL="3456000" lvl="7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8pPr>
            <a:lvl9pPr marL="3887999" lvl="8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9pPr>
          </a:lstStyle>
          <a:p>
            <a:pPr lvl="0"/>
            <a:r>
              <a:rPr lang="x-none" altLang="ja-JP"/>
              <a:t>Show the geometry</a:t>
            </a:r>
          </a:p>
          <a:p>
            <a:pPr lvl="0"/>
            <a:r>
              <a:rPr lang="x-none" altLang="ja-JP"/>
              <a:t>Take tally sample from  \phits\tallysample\t-track\t-track.inp</a:t>
            </a:r>
          </a:p>
          <a:p>
            <a:pPr lvl="0"/>
            <a:r>
              <a:rPr lang="x-none" altLang="ja-JP"/>
              <a:t>Adjust the view range (in particular Z direction)</a:t>
            </a:r>
          </a:p>
        </p:txBody>
      </p:sp>
      <p:pic>
        <p:nvPicPr>
          <p:cNvPr id="4" name="図 3"/>
          <p:cNvPicPr>
            <a:picLocks noChangeAspect="1"/>
          </p:cNvPicPr>
          <p:nvPr/>
        </p:nvPicPr>
        <p:blipFill rotWithShape="1">
          <a:blip r:embed="rId3">
            <a:lum/>
            <a:alphaModFix/>
          </a:blip>
          <a:srcRect l="20631" t="38276" r="39684" b="17057"/>
          <a:stretch/>
        </p:blipFill>
        <p:spPr>
          <a:xfrm>
            <a:off x="18363" y="4859957"/>
            <a:ext cx="4520525" cy="2711552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図 4"/>
          <p:cNvPicPr>
            <a:picLocks noChangeAspect="1"/>
          </p:cNvPicPr>
          <p:nvPr/>
        </p:nvPicPr>
        <p:blipFill rotWithShape="1">
          <a:blip r:embed="rId4">
            <a:lum/>
            <a:alphaModFix/>
          </a:blip>
          <a:srcRect l="25126" t="20041" r="43093" b="4946"/>
          <a:stretch/>
        </p:blipFill>
        <p:spPr>
          <a:xfrm>
            <a:off x="5832400" y="4208490"/>
            <a:ext cx="2664296" cy="33511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>
              <a:buNone/>
            </a:pPr>
            <a:r>
              <a:rPr lang="x-none"/>
              <a:t>Step 2</a:t>
            </a:r>
          </a:p>
        </p:txBody>
      </p:sp>
      <p:sp>
        <p:nvSpPr>
          <p:cNvPr id="3" name="テキスト プレースホルダー 2"/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>
            <a:defPPr marL="432000" lvl="0" indent="-32400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None/>
              <a:defRPr lang="x-none" sz="32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defPPr>
            <a:lvl1pPr marL="432000" lvl="0" indent="-32400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Char char="●"/>
              <a:defRPr lang="x-none" sz="32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1pPr>
            <a:lvl2pPr marL="864000" lvl="1" indent="-324000">
              <a:spcBef>
                <a:spcPts val="0"/>
              </a:spcBef>
              <a:spcAft>
                <a:spcPts val="1134"/>
              </a:spcAft>
              <a:buSzPct val="45000"/>
              <a:buFont typeface="StarSymbol"/>
              <a:buChar char="●"/>
              <a:defRPr lang="x-none" sz="28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2pPr>
            <a:lvl3pPr marL="1295999" lvl="2" indent="-288000">
              <a:spcBef>
                <a:spcPts val="0"/>
              </a:spcBef>
              <a:spcAft>
                <a:spcPts val="850"/>
              </a:spcAft>
              <a:buSzPct val="75000"/>
              <a:buFont typeface="StarSymbol"/>
              <a:buChar char="–"/>
              <a:defRPr lang="x-none" sz="24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3pPr>
            <a:lvl4pPr marL="1728000" lvl="3" indent="-216000">
              <a:spcBef>
                <a:spcPts val="0"/>
              </a:spcBef>
              <a:spcAft>
                <a:spcPts val="567"/>
              </a:spcAft>
              <a:buSzPct val="45000"/>
              <a:buFont typeface="StarSymbol"/>
              <a:buChar char="●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4pPr>
            <a:lvl5pPr marL="2160000" lvl="4" indent="-216000">
              <a:spcBef>
                <a:spcPts val="0"/>
              </a:spcBef>
              <a:spcAft>
                <a:spcPts val="283"/>
              </a:spcAft>
              <a:buSzPct val="75000"/>
              <a:buFont typeface="StarSymbol"/>
              <a:buChar char="–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5pPr>
            <a:lvl6pPr marL="2591999" lvl="5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6pPr>
            <a:lvl7pPr marL="3023999" lvl="6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7pPr>
            <a:lvl8pPr marL="3456000" lvl="7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8pPr>
            <a:lvl9pPr marL="3887999" lvl="8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9pPr>
          </a:lstStyle>
          <a:p>
            <a:pPr lvl="0"/>
            <a:r>
              <a:rPr lang="x-none" altLang="ja-JP"/>
              <a:t>Change following parameters and see results</a:t>
            </a:r>
          </a:p>
          <a:p>
            <a:pPr lvl="1" rtl="0" hangingPunct="0"/>
            <a:r>
              <a:rPr lang="x-none" altLang="ja-JP" sz="3200"/>
              <a:t>Source neutron energy</a:t>
            </a:r>
          </a:p>
          <a:p>
            <a:pPr lvl="1" rtl="0" hangingPunct="0"/>
            <a:r>
              <a:rPr lang="x-none" altLang="ja-JP" sz="3200"/>
              <a:t>emin(2)  (e.g. emin(2) = 10 )</a:t>
            </a:r>
          </a:p>
          <a:p>
            <a:pPr lvl="1" rtl="0" hangingPunct="0"/>
            <a:r>
              <a:rPr lang="x-none" altLang="ja-JP" sz="3200"/>
              <a:t>Change detector material</a:t>
            </a:r>
          </a:p>
          <a:p>
            <a:pPr lvl="2" rtl="0" hangingPunct="0"/>
            <a:r>
              <a:rPr lang="x-none" altLang="ja-JP" sz="3200"/>
              <a:t>Neutron detector... He-3, U-235 (fission chamber), Li-6, Gd-155</a:t>
            </a:r>
          </a:p>
          <a:p>
            <a:pPr lvl="2" rtl="0" hangingPunct="0"/>
            <a:r>
              <a:rPr lang="x-none" altLang="ja-JP" sz="3200"/>
              <a:t>Are they sensitive to 35 MeV neutrons?</a:t>
            </a:r>
          </a:p>
          <a:p>
            <a:pPr lvl="1" rtl="0" hangingPunct="0"/>
            <a:r>
              <a:rPr lang="x-none" altLang="ja-JP" sz="3200"/>
              <a:t>Detector size (Attention: source is 10cm radius sphere)</a:t>
            </a:r>
          </a:p>
          <a:p>
            <a:pPr lvl="1" rtl="0" hangingPunct="0"/>
            <a:endParaRPr lang="x-none" altLang="ja-JP" sz="32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endParaRPr lang="x-none" altLang="ja-JP"/>
          </a:p>
        </p:txBody>
      </p:sp>
      <p:sp>
        <p:nvSpPr>
          <p:cNvPr id="3" name="テキスト プレースホルダー 2"/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>
            <a:defPPr marL="432000" lvl="0" indent="-32400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None/>
              <a:defRPr lang="x-none" sz="32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defPPr>
            <a:lvl1pPr marL="432000" lvl="0" indent="-32400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Char char="●"/>
              <a:defRPr lang="x-none" sz="32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1pPr>
            <a:lvl2pPr marL="864000" lvl="1" indent="-324000">
              <a:spcBef>
                <a:spcPts val="0"/>
              </a:spcBef>
              <a:spcAft>
                <a:spcPts val="1134"/>
              </a:spcAft>
              <a:buSzPct val="45000"/>
              <a:buFont typeface="StarSymbol"/>
              <a:buChar char="●"/>
              <a:defRPr lang="x-none" sz="28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2pPr>
            <a:lvl3pPr marL="1295999" lvl="2" indent="-288000">
              <a:spcBef>
                <a:spcPts val="0"/>
              </a:spcBef>
              <a:spcAft>
                <a:spcPts val="850"/>
              </a:spcAft>
              <a:buSzPct val="75000"/>
              <a:buFont typeface="StarSymbol"/>
              <a:buChar char="–"/>
              <a:defRPr lang="x-none" sz="24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3pPr>
            <a:lvl4pPr marL="1728000" lvl="3" indent="-216000">
              <a:spcBef>
                <a:spcPts val="0"/>
              </a:spcBef>
              <a:spcAft>
                <a:spcPts val="567"/>
              </a:spcAft>
              <a:buSzPct val="45000"/>
              <a:buFont typeface="StarSymbol"/>
              <a:buChar char="●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4pPr>
            <a:lvl5pPr marL="2160000" lvl="4" indent="-216000">
              <a:spcBef>
                <a:spcPts val="0"/>
              </a:spcBef>
              <a:spcAft>
                <a:spcPts val="283"/>
              </a:spcAft>
              <a:buSzPct val="75000"/>
              <a:buFont typeface="StarSymbol"/>
              <a:buChar char="–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5pPr>
            <a:lvl6pPr marL="2591999" lvl="5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6pPr>
            <a:lvl7pPr marL="3023999" lvl="6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7pPr>
            <a:lvl8pPr marL="3456000" lvl="7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8pPr>
            <a:lvl9pPr marL="3887999" lvl="8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9pPr>
          </a:lstStyle>
          <a:p>
            <a:pPr lvl="0"/>
            <a:r>
              <a:rPr lang="x-none" altLang="ja-JP"/>
              <a:t>Left : emin(2) = 10</a:t>
            </a:r>
          </a:p>
          <a:p>
            <a:pPr lvl="0"/>
            <a:r>
              <a:rPr lang="x-none" altLang="ja-JP"/>
              <a:t>Right : emin(2) = 1.e-10</a:t>
            </a:r>
          </a:p>
          <a:p>
            <a:pPr lvl="0"/>
            <a:r>
              <a:rPr lang="x-none" altLang="ja-JP"/>
              <a:t>Why peak disappeared (hint: thermal neutron)</a:t>
            </a:r>
          </a:p>
        </p:txBody>
      </p:sp>
      <p:pic>
        <p:nvPicPr>
          <p:cNvPr id="4" name="図 3"/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8911" y="4149710"/>
            <a:ext cx="4743369" cy="3441954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図 4"/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5161369" y="4149709"/>
            <a:ext cx="4739735" cy="34391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>
              <a:buNone/>
            </a:pPr>
            <a:r>
              <a:rPr lang="x-none"/>
              <a:t>Step 3</a:t>
            </a:r>
          </a:p>
        </p:txBody>
      </p:sp>
      <p:sp>
        <p:nvSpPr>
          <p:cNvPr id="3" name="テキスト プレースホルダー 2"/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>
            <a:defPPr marL="432000" lvl="0" indent="-32400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None/>
              <a:defRPr lang="x-none" sz="32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defPPr>
            <a:lvl1pPr marL="432000" lvl="0" indent="-32400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Char char="●"/>
              <a:defRPr lang="x-none" sz="32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1pPr>
            <a:lvl2pPr marL="864000" lvl="1" indent="-324000">
              <a:spcBef>
                <a:spcPts val="0"/>
              </a:spcBef>
              <a:spcAft>
                <a:spcPts val="1134"/>
              </a:spcAft>
              <a:buSzPct val="45000"/>
              <a:buFont typeface="StarSymbol"/>
              <a:buChar char="●"/>
              <a:defRPr lang="x-none" sz="28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2pPr>
            <a:lvl3pPr marL="1295999" lvl="2" indent="-288000">
              <a:spcBef>
                <a:spcPts val="0"/>
              </a:spcBef>
              <a:spcAft>
                <a:spcPts val="850"/>
              </a:spcAft>
              <a:buSzPct val="75000"/>
              <a:buFont typeface="StarSymbol"/>
              <a:buChar char="–"/>
              <a:defRPr lang="x-none" sz="24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3pPr>
            <a:lvl4pPr marL="1728000" lvl="3" indent="-216000">
              <a:spcBef>
                <a:spcPts val="0"/>
              </a:spcBef>
              <a:spcAft>
                <a:spcPts val="567"/>
              </a:spcAft>
              <a:buSzPct val="45000"/>
              <a:buFont typeface="StarSymbol"/>
              <a:buChar char="●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4pPr>
            <a:lvl5pPr marL="2160000" lvl="4" indent="-216000">
              <a:spcBef>
                <a:spcPts val="0"/>
              </a:spcBef>
              <a:spcAft>
                <a:spcPts val="283"/>
              </a:spcAft>
              <a:buSzPct val="75000"/>
              <a:buFont typeface="StarSymbol"/>
              <a:buChar char="–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5pPr>
            <a:lvl6pPr marL="2591999" lvl="5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6pPr>
            <a:lvl7pPr marL="3023999" lvl="6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7pPr>
            <a:lvl8pPr marL="3456000" lvl="7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8pPr>
            <a:lvl9pPr marL="3887999" lvl="8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9pPr>
          </a:lstStyle>
          <a:p>
            <a:pPr lvl="0"/>
            <a:r>
              <a:rPr lang="x-none" altLang="ja-JP"/>
              <a:t>Change neutron source -&gt; photon source</a:t>
            </a:r>
          </a:p>
          <a:p>
            <a:pPr lvl="0"/>
            <a:r>
              <a:rPr lang="x-none" altLang="ja-JP"/>
              <a:t>Change detector type (NaI)</a:t>
            </a:r>
          </a:p>
          <a:p>
            <a:pPr lvl="0"/>
            <a:r>
              <a:rPr lang="x-none" altLang="ja-JP"/>
              <a:t>See the result</a:t>
            </a:r>
          </a:p>
        </p:txBody>
      </p:sp>
      <p:pic>
        <p:nvPicPr>
          <p:cNvPr id="4" name="図 3"/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180000" y="3671279"/>
            <a:ext cx="5259959" cy="38167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>
              <a:buNone/>
            </a:pPr>
            <a:r>
              <a:rPr lang="x-none"/>
              <a:t>Step 4</a:t>
            </a:r>
          </a:p>
        </p:txBody>
      </p:sp>
      <p:sp>
        <p:nvSpPr>
          <p:cNvPr id="3" name="テキスト プレースホルダー 2"/>
          <p:cNvSpPr txBox="1">
            <a:spLocks noGrp="1"/>
          </p:cNvSpPr>
          <p:nvPr>
            <p:ph type="body" idx="4294967295"/>
          </p:nvPr>
        </p:nvSpPr>
        <p:spPr>
          <a:xfrm>
            <a:off x="215775" y="1547589"/>
            <a:ext cx="9864849" cy="5904656"/>
          </a:xfrm>
        </p:spPr>
        <p:txBody>
          <a:bodyPr/>
          <a:lstStyle>
            <a:defPPr marL="432000" lvl="0" indent="-32400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None/>
              <a:defRPr lang="x-none" sz="32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defPPr>
            <a:lvl1pPr marL="432000" lvl="0" indent="-32400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Char char="●"/>
              <a:defRPr lang="x-none" sz="32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1pPr>
            <a:lvl2pPr marL="864000" lvl="1" indent="-324000">
              <a:spcBef>
                <a:spcPts val="0"/>
              </a:spcBef>
              <a:spcAft>
                <a:spcPts val="1134"/>
              </a:spcAft>
              <a:buSzPct val="45000"/>
              <a:buFont typeface="StarSymbol"/>
              <a:buChar char="●"/>
              <a:defRPr lang="x-none" sz="28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2pPr>
            <a:lvl3pPr marL="1295999" lvl="2" indent="-288000">
              <a:spcBef>
                <a:spcPts val="0"/>
              </a:spcBef>
              <a:spcAft>
                <a:spcPts val="850"/>
              </a:spcAft>
              <a:buSzPct val="75000"/>
              <a:buFont typeface="StarSymbol"/>
              <a:buChar char="–"/>
              <a:defRPr lang="x-none" sz="24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3pPr>
            <a:lvl4pPr marL="1728000" lvl="3" indent="-216000">
              <a:spcBef>
                <a:spcPts val="0"/>
              </a:spcBef>
              <a:spcAft>
                <a:spcPts val="567"/>
              </a:spcAft>
              <a:buSzPct val="45000"/>
              <a:buFont typeface="StarSymbol"/>
              <a:buChar char="●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4pPr>
            <a:lvl5pPr marL="2160000" lvl="4" indent="-216000">
              <a:spcBef>
                <a:spcPts val="0"/>
              </a:spcBef>
              <a:spcAft>
                <a:spcPts val="283"/>
              </a:spcAft>
              <a:buSzPct val="75000"/>
              <a:buFont typeface="StarSymbol"/>
              <a:buChar char="–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5pPr>
            <a:lvl6pPr marL="2591999" lvl="5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6pPr>
            <a:lvl7pPr marL="3023999" lvl="6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7pPr>
            <a:lvl8pPr marL="3456000" lvl="7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8pPr>
            <a:lvl9pPr marL="3887999" lvl="8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9pPr>
          </a:lstStyle>
          <a:p>
            <a:pPr lvl="0"/>
            <a:r>
              <a:rPr lang="x-none" altLang="ja-JP" dirty="0"/>
              <a:t>Change following parameters and see results</a:t>
            </a:r>
          </a:p>
          <a:p>
            <a:pPr lvl="1" rtl="0" hangingPunct="0"/>
            <a:r>
              <a:rPr lang="x-none" altLang="ja-JP" sz="3200" dirty="0"/>
              <a:t>Source gamma energy</a:t>
            </a:r>
          </a:p>
          <a:p>
            <a:pPr lvl="2" rtl="0" hangingPunct="0"/>
            <a:r>
              <a:rPr lang="x-none" altLang="ja-JP" sz="3200" dirty="0"/>
              <a:t>If possible, generate efficiency calibration curve (absorption peak efficiency)</a:t>
            </a:r>
          </a:p>
          <a:p>
            <a:pPr lvl="1" rtl="0" hangingPunct="0"/>
            <a:r>
              <a:rPr lang="x-none" altLang="ja-JP" sz="3200" dirty="0"/>
              <a:t>emin(12,13,14)  (e.g. emin(12,13,14) = 10 )</a:t>
            </a:r>
          </a:p>
          <a:p>
            <a:pPr lvl="2" rtl="0" hangingPunct="0"/>
            <a:r>
              <a:rPr lang="x-none" altLang="ja-JP" sz="3200" dirty="0"/>
              <a:t>Remember what the change was like when 	proj = neutron. Why so different?</a:t>
            </a:r>
          </a:p>
          <a:p>
            <a:pPr lvl="1" rtl="0" hangingPunct="0"/>
            <a:r>
              <a:rPr lang="x-none" altLang="ja-JP" sz="3200" dirty="0"/>
              <a:t>Change detector material</a:t>
            </a:r>
          </a:p>
          <a:p>
            <a:pPr lvl="2" rtl="0" hangingPunct="0"/>
            <a:r>
              <a:rPr lang="x-none" altLang="ja-JP" sz="3200" dirty="0"/>
              <a:t>Photon detector... Ge, BGO(BiGeO), etc</a:t>
            </a:r>
          </a:p>
          <a:p>
            <a:pPr lvl="2" rtl="0" hangingPunct="0"/>
            <a:r>
              <a:rPr lang="x-none" altLang="ja-JP" sz="3200" dirty="0"/>
              <a:t>Are they sensitive to 35 MeV gammas</a:t>
            </a:r>
            <a:r>
              <a:rPr lang="x-none" altLang="ja-JP" sz="3200" dirty="0" smtClean="0"/>
              <a:t>?</a:t>
            </a:r>
            <a:endParaRPr lang="x-none" altLang="ja-JP" sz="3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>
              <a:buNone/>
            </a:pPr>
            <a:r>
              <a:rPr lang="x-none"/>
              <a:t>Step 5</a:t>
            </a:r>
          </a:p>
        </p:txBody>
      </p:sp>
      <p:sp>
        <p:nvSpPr>
          <p:cNvPr id="3" name="テキスト プレースホルダー 2"/>
          <p:cNvSpPr txBox="1">
            <a:spLocks noGrp="1"/>
          </p:cNvSpPr>
          <p:nvPr>
            <p:ph type="body" idx="4294967295"/>
          </p:nvPr>
        </p:nvSpPr>
        <p:spPr>
          <a:xfrm>
            <a:off x="503999" y="1409039"/>
            <a:ext cx="9071640" cy="5911919"/>
          </a:xfrm>
        </p:spPr>
        <p:txBody>
          <a:bodyPr/>
          <a:lstStyle>
            <a:defPPr marL="432000" lvl="0" indent="-32400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None/>
              <a:defRPr lang="x-none" sz="32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defPPr>
            <a:lvl1pPr marL="432000" lvl="0" indent="-32400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Char char="●"/>
              <a:defRPr lang="x-none" sz="32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1pPr>
            <a:lvl2pPr marL="864000" lvl="1" indent="-324000">
              <a:spcBef>
                <a:spcPts val="0"/>
              </a:spcBef>
              <a:spcAft>
                <a:spcPts val="1134"/>
              </a:spcAft>
              <a:buSzPct val="45000"/>
              <a:buFont typeface="StarSymbol"/>
              <a:buChar char="●"/>
              <a:defRPr lang="x-none" sz="28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2pPr>
            <a:lvl3pPr marL="1295999" lvl="2" indent="-288000">
              <a:spcBef>
                <a:spcPts val="0"/>
              </a:spcBef>
              <a:spcAft>
                <a:spcPts val="850"/>
              </a:spcAft>
              <a:buSzPct val="75000"/>
              <a:buFont typeface="StarSymbol"/>
              <a:buChar char="–"/>
              <a:defRPr lang="x-none" sz="24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3pPr>
            <a:lvl4pPr marL="1728000" lvl="3" indent="-216000">
              <a:spcBef>
                <a:spcPts val="0"/>
              </a:spcBef>
              <a:spcAft>
                <a:spcPts val="567"/>
              </a:spcAft>
              <a:buSzPct val="45000"/>
              <a:buFont typeface="StarSymbol"/>
              <a:buChar char="●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4pPr>
            <a:lvl5pPr marL="2160000" lvl="4" indent="-216000">
              <a:spcBef>
                <a:spcPts val="0"/>
              </a:spcBef>
              <a:spcAft>
                <a:spcPts val="283"/>
              </a:spcAft>
              <a:buSzPct val="75000"/>
              <a:buFont typeface="StarSymbol"/>
              <a:buChar char="–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5pPr>
            <a:lvl6pPr marL="2591999" lvl="5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6pPr>
            <a:lvl7pPr marL="3023999" lvl="6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7pPr>
            <a:lvl8pPr marL="3456000" lvl="7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8pPr>
            <a:lvl9pPr marL="3887999" lvl="8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9pPr>
          </a:lstStyle>
          <a:p>
            <a:pPr lvl="0"/>
            <a:r>
              <a:rPr lang="x-none" altLang="ja-JP"/>
              <a:t>Let's make a Compton camera</a:t>
            </a:r>
          </a:p>
          <a:p>
            <a:pPr lvl="1" rtl="0" hangingPunct="0"/>
            <a:r>
              <a:rPr lang="x-none" altLang="ja-JP" sz="3200"/>
              <a:t>Source is pencil beam</a:t>
            </a:r>
          </a:p>
          <a:p>
            <a:pPr lvl="2" rtl="0" hangingPunct="0"/>
            <a:r>
              <a:rPr lang="x-none" altLang="ja-JP" sz="3200"/>
              <a:t>1 MeV gamma ray</a:t>
            </a:r>
          </a:p>
          <a:p>
            <a:pPr lvl="1" rtl="0" hangingPunct="0"/>
            <a:r>
              <a:rPr lang="x-none" altLang="ja-JP" sz="3200"/>
              <a:t>Two Si detectors</a:t>
            </a:r>
          </a:p>
          <a:p>
            <a:pPr lvl="2" rtl="0" hangingPunct="0"/>
            <a:r>
              <a:rPr lang="x-none" altLang="ja-JP" sz="3200"/>
              <a:t>Distance 140 cm (Y=100cm, Z =100cm)</a:t>
            </a:r>
          </a:p>
          <a:p>
            <a:pPr lvl="2" rtl="0" hangingPunct="0"/>
            <a:r>
              <a:rPr lang="x-none" altLang="ja-JP" sz="3200"/>
              <a:t>One is downstream detector (Hint: RCC is useful)</a:t>
            </a:r>
          </a:p>
          <a:p>
            <a:pPr lvl="1" rtl="0" hangingPunct="0"/>
            <a:r>
              <a:rPr lang="x-none" altLang="ja-JP" sz="3200"/>
              <a:t>Take [T-deposit2] tally sample from \phits\tallysample\t-deposit2\t-deposit2_reg.inp</a:t>
            </a:r>
          </a:p>
          <a:p>
            <a:pPr lvl="2" rtl="0" hangingPunct="0"/>
            <a:endParaRPr lang="x-none" altLang="ja-JP" sz="3200"/>
          </a:p>
          <a:p>
            <a:pPr lvl="1" rtl="0" hangingPunct="0"/>
            <a:r>
              <a:rPr lang="x-none" altLang="ja-JP" sz="3200"/>
              <a:t>Think how you can improve efficiency</a:t>
            </a:r>
          </a:p>
          <a:p>
            <a:pPr lvl="1" rtl="0" hangingPunct="0"/>
            <a:r>
              <a:rPr lang="x-none" altLang="ja-JP" sz="3200"/>
              <a:t>What happens if you change energy</a:t>
            </a:r>
          </a:p>
          <a:p>
            <a:pPr lvl="1" rtl="0" hangingPunct="0"/>
            <a:r>
              <a:rPr lang="x-none" altLang="ja-JP" sz="3200"/>
              <a:t>Attention! Do not use bias (improtance, weight)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endParaRPr lang="x-none" altLang="ja-JP"/>
          </a:p>
        </p:txBody>
      </p:sp>
      <p:sp>
        <p:nvSpPr>
          <p:cNvPr id="3" name="テキスト プレースホルダー 2"/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>
            <a:defPPr marL="432000" lvl="0" indent="-32400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None/>
              <a:defRPr lang="x-none" sz="32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defPPr>
            <a:lvl1pPr marL="432000" lvl="0" indent="-32400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Char char="●"/>
              <a:defRPr lang="x-none" sz="32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1pPr>
            <a:lvl2pPr marL="864000" lvl="1" indent="-324000">
              <a:spcBef>
                <a:spcPts val="0"/>
              </a:spcBef>
              <a:spcAft>
                <a:spcPts val="1134"/>
              </a:spcAft>
              <a:buSzPct val="45000"/>
              <a:buFont typeface="StarSymbol"/>
              <a:buChar char="●"/>
              <a:defRPr lang="x-none" sz="28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2pPr>
            <a:lvl3pPr marL="1295999" lvl="2" indent="-288000">
              <a:spcBef>
                <a:spcPts val="0"/>
              </a:spcBef>
              <a:spcAft>
                <a:spcPts val="850"/>
              </a:spcAft>
              <a:buSzPct val="75000"/>
              <a:buFont typeface="StarSymbol"/>
              <a:buChar char="–"/>
              <a:defRPr lang="x-none" sz="24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3pPr>
            <a:lvl4pPr marL="1728000" lvl="3" indent="-216000">
              <a:spcBef>
                <a:spcPts val="0"/>
              </a:spcBef>
              <a:spcAft>
                <a:spcPts val="567"/>
              </a:spcAft>
              <a:buSzPct val="45000"/>
              <a:buFont typeface="StarSymbol"/>
              <a:buChar char="●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4pPr>
            <a:lvl5pPr marL="2160000" lvl="4" indent="-216000">
              <a:spcBef>
                <a:spcPts val="0"/>
              </a:spcBef>
              <a:spcAft>
                <a:spcPts val="283"/>
              </a:spcAft>
              <a:buSzPct val="75000"/>
              <a:buFont typeface="StarSymbol"/>
              <a:buChar char="–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5pPr>
            <a:lvl6pPr marL="2591999" lvl="5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6pPr>
            <a:lvl7pPr marL="3023999" lvl="6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7pPr>
            <a:lvl8pPr marL="3456000" lvl="7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8pPr>
            <a:lvl9pPr marL="3887999" lvl="8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9pPr>
          </a:lstStyle>
          <a:p>
            <a:endParaRPr lang="x-none" altLang="ja-JP"/>
          </a:p>
        </p:txBody>
      </p:sp>
      <p:pic>
        <p:nvPicPr>
          <p:cNvPr id="4" name="図 3"/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45360" y="141480"/>
            <a:ext cx="6254640" cy="4538519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図 4"/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4140000" y="3188520"/>
            <a:ext cx="5978520" cy="433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標準デザイン">
  <a:themeElements>
    <a:clrScheme name="標準デザイン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標準デザイン">
      <a:majorFont>
        <a:latin typeface="Times New Roman"/>
        <a:ea typeface="ＭＳ Ｐゴシック"/>
        <a:cs typeface=""/>
      </a:majorFont>
      <a:minorFont>
        <a:latin typeface="Times New Roman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標準デザイン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​​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​​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1580</TotalTime>
  <Words>259</Words>
  <Application>Microsoft Office PowerPoint</Application>
  <PresentationFormat>ユーザー設定</PresentationFormat>
  <Paragraphs>50</Paragraphs>
  <Slides>9</Slides>
  <Notes>9</Notes>
  <HiddenSlides>0</HiddenSlides>
  <MMClips>0</MMClips>
  <ScaleCrop>false</ScaleCrop>
  <HeadingPairs>
    <vt:vector size="4" baseType="variant">
      <vt:variant>
        <vt:lpstr>テーマ</vt:lpstr>
      </vt:variant>
      <vt:variant>
        <vt:i4>2</vt:i4>
      </vt:variant>
      <vt:variant>
        <vt:lpstr>スライド タイトル</vt:lpstr>
      </vt:variant>
      <vt:variant>
        <vt:i4>9</vt:i4>
      </vt:variant>
    </vt:vector>
  </HeadingPairs>
  <TitlesOfParts>
    <vt:vector size="11" baseType="lpstr">
      <vt:lpstr>Default</vt:lpstr>
      <vt:lpstr>標準デザイン</vt:lpstr>
      <vt:lpstr>PHITS</vt:lpstr>
      <vt:lpstr>Step 0</vt:lpstr>
      <vt:lpstr>Step 1</vt:lpstr>
      <vt:lpstr>Step 2</vt:lpstr>
      <vt:lpstr>PowerPoint プレゼンテーション</vt:lpstr>
      <vt:lpstr>Step 3</vt:lpstr>
      <vt:lpstr>Step 4</vt:lpstr>
      <vt:lpstr>Step 5</vt:lpstr>
      <vt:lpstr>PowerPoint プレゼンテーション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Step 0</dc:title>
  <dc:creator>T_Ogawa</dc:creator>
  <cp:lastModifiedBy>SHashimoto</cp:lastModifiedBy>
  <cp:revision>7</cp:revision>
  <dcterms:created xsi:type="dcterms:W3CDTF">2009-04-16T11:32:32Z</dcterms:created>
  <dcterms:modified xsi:type="dcterms:W3CDTF">2018-08-01T07:27:09Z</dcterms:modified>
</cp:coreProperties>
</file>